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Arimo"/>
      <p:regular r:id="rId42"/>
      <p:bold r:id="rId43"/>
      <p:italic r:id="rId44"/>
      <p:boldItalic r:id="rId45"/>
    </p:embeddedFont>
    <p:embeddedFont>
      <p:font typeface="Anaheim"/>
      <p:regular r:id="rId46"/>
      <p:bold r:id="rId47"/>
    </p:embeddedFont>
    <p:embeddedFont>
      <p:font typeface="Press Start 2P"/>
      <p:regular r:id="rId48"/>
    </p:embeddedFont>
    <p:embeddedFont>
      <p:font typeface="Arimo Medium"/>
      <p:regular r:id="rId49"/>
      <p:bold r:id="rId50"/>
      <p:italic r:id="rId51"/>
      <p:boldItalic r:id="rId52"/>
    </p:embeddedFont>
    <p:embeddedFont>
      <p:font typeface="Playfair Display SemiBold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42" Type="http://schemas.openxmlformats.org/officeDocument/2006/relationships/font" Target="fonts/Arimo-regular.fntdata"/><Relationship Id="rId41" Type="http://schemas.openxmlformats.org/officeDocument/2006/relationships/font" Target="fonts/Raleway-boldItalic.fntdata"/><Relationship Id="rId44" Type="http://schemas.openxmlformats.org/officeDocument/2006/relationships/font" Target="fonts/Arimo-italic.fntdata"/><Relationship Id="rId43" Type="http://schemas.openxmlformats.org/officeDocument/2006/relationships/font" Target="fonts/Arimo-bold.fntdata"/><Relationship Id="rId46" Type="http://schemas.openxmlformats.org/officeDocument/2006/relationships/font" Target="fonts/Anaheim-regular.fntdata"/><Relationship Id="rId45" Type="http://schemas.openxmlformats.org/officeDocument/2006/relationships/font" Target="fonts/Arim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ressStart2P-regular.fntdata"/><Relationship Id="rId47" Type="http://schemas.openxmlformats.org/officeDocument/2006/relationships/font" Target="fonts/Anaheim-bold.fntdata"/><Relationship Id="rId49" Type="http://schemas.openxmlformats.org/officeDocument/2006/relationships/font" Target="fonts/Arimo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Raleway-bold.fntdata"/><Relationship Id="rId38" Type="http://schemas.openxmlformats.org/officeDocument/2006/relationships/font" Target="fonts/Raleway-regular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ArimoMedium-italic.fntdata"/><Relationship Id="rId50" Type="http://schemas.openxmlformats.org/officeDocument/2006/relationships/font" Target="fonts/ArimoMedium-bold.fntdata"/><Relationship Id="rId53" Type="http://schemas.openxmlformats.org/officeDocument/2006/relationships/font" Target="fonts/PlayfairDisplaySemiBold-regular.fntdata"/><Relationship Id="rId52" Type="http://schemas.openxmlformats.org/officeDocument/2006/relationships/font" Target="fonts/ArimoMedium-boldItalic.fntdata"/><Relationship Id="rId11" Type="http://schemas.openxmlformats.org/officeDocument/2006/relationships/slide" Target="slides/slide6.xml"/><Relationship Id="rId55" Type="http://schemas.openxmlformats.org/officeDocument/2006/relationships/font" Target="fonts/PlayfairDisplaySemiBold-italic.fntdata"/><Relationship Id="rId10" Type="http://schemas.openxmlformats.org/officeDocument/2006/relationships/slide" Target="slides/slide5.xml"/><Relationship Id="rId54" Type="http://schemas.openxmlformats.org/officeDocument/2006/relationships/font" Target="fonts/PlayfairDisplay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PlayfairDisplay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e7cd982bd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e7cd982bd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acba4413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acba4413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abbf3c0ea3_5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abbf3c0ea3_5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1e7cd982bd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1e7cd982bd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ab3e20ef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ab3e20ef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2ab52b3f9e8_0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2ab52b3f9e8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ab67643d5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ab67643d5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2ab52b3f9e8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2ab52b3f9e8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ab67643d56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ab67643d56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2ab67643d56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2ab67643d56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1e7cd982bd3_2_22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1e7cd982bd3_2_22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abb76aec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abb76aec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2abb76aecb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2abb76aecb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2abb76aecb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2abb76aecb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2abbf3c0ea3_5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abbf3c0ea3_5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1ee5801ec5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1ee5801ec5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abbf3c0ea3_5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abbf3c0ea3_5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g2ab67643d5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9" name="Google Shape;1259;g2ab67643d5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2abb76aecb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2abb76aecb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2abb76aecb0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2abb76aecb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abb76aecb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2abb76aecb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e7cd982bd3_2_22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e7cd982bd3_2_22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abbf3c0ea3_5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abbf3c0ea3_5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2ab67643d56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ab67643d56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abbf3c0ea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abbf3c0ea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ac4b919ff9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ac4b919ff9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ac4b919ff9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ac4b919ff9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ac4b919ff9_2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ac4b919ff9_2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abbf3c0ea3_2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abbf3c0ea3_2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abbf3c0ea3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abbf3c0ea3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abbf3c0ea3_5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abbf3c0ea3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1142550" y="1570350"/>
            <a:ext cx="6858900" cy="16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0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142550" y="3092550"/>
            <a:ext cx="68589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3" name="Google Shape;13;p2"/>
          <p:cNvGrpSpPr/>
          <p:nvPr/>
        </p:nvGrpSpPr>
        <p:grpSpPr>
          <a:xfrm>
            <a:off x="474950" y="-375"/>
            <a:ext cx="238275" cy="940500"/>
            <a:chOff x="474950" y="-375"/>
            <a:chExt cx="238275" cy="940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6" name="Google Shape;16;p2"/>
          <p:cNvCxnSpPr/>
          <p:nvPr/>
        </p:nvCxnSpPr>
        <p:spPr>
          <a:xfrm>
            <a:off x="4572000" y="-12850"/>
            <a:ext cx="0" cy="4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" name="Google Shape;17;p2"/>
          <p:cNvGrpSpPr/>
          <p:nvPr/>
        </p:nvGrpSpPr>
        <p:grpSpPr>
          <a:xfrm>
            <a:off x="359296" y="1808220"/>
            <a:ext cx="369304" cy="554077"/>
            <a:chOff x="3119125" y="3168075"/>
            <a:chExt cx="419425" cy="629275"/>
          </a:xfrm>
        </p:grpSpPr>
        <p:sp>
          <p:nvSpPr>
            <p:cNvPr id="18" name="Google Shape;18;p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2"/>
          <p:cNvGrpSpPr/>
          <p:nvPr/>
        </p:nvGrpSpPr>
        <p:grpSpPr>
          <a:xfrm flipH="1">
            <a:off x="7923500" y="-375"/>
            <a:ext cx="238275" cy="785223"/>
            <a:chOff x="474950" y="-375"/>
            <a:chExt cx="238275" cy="940500"/>
          </a:xfrm>
        </p:grpSpPr>
        <p:cxnSp>
          <p:nvCxnSpPr>
            <p:cNvPr id="30" name="Google Shape;30;p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2" name="Google Shape;32;p2"/>
          <p:cNvGrpSpPr/>
          <p:nvPr/>
        </p:nvGrpSpPr>
        <p:grpSpPr>
          <a:xfrm flipH="1">
            <a:off x="8415446" y="1808220"/>
            <a:ext cx="369304" cy="554077"/>
            <a:chOff x="3119125" y="3168075"/>
            <a:chExt cx="419425" cy="629275"/>
          </a:xfrm>
        </p:grpSpPr>
        <p:sp>
          <p:nvSpPr>
            <p:cNvPr id="33" name="Google Shape;33;p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 txBox="1"/>
          <p:nvPr>
            <p:ph type="title"/>
          </p:nvPr>
        </p:nvSpPr>
        <p:spPr>
          <a:xfrm>
            <a:off x="2100150" y="2305900"/>
            <a:ext cx="4943700" cy="1755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3"/>
          <p:cNvSpPr txBox="1"/>
          <p:nvPr>
            <p:ph hasCustomPrompt="1" idx="2" type="title"/>
          </p:nvPr>
        </p:nvSpPr>
        <p:spPr>
          <a:xfrm>
            <a:off x="3502800" y="1211363"/>
            <a:ext cx="2138400" cy="122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cxnSp>
        <p:nvCxnSpPr>
          <p:cNvPr id="49" name="Google Shape;49;p3"/>
          <p:cNvCxnSpPr/>
          <p:nvPr/>
        </p:nvCxnSpPr>
        <p:spPr>
          <a:xfrm>
            <a:off x="4572000" y="4465700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713225" y="1056900"/>
            <a:ext cx="7717500" cy="12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6939F7"/>
              </a:buClr>
              <a:buSzPts val="1200"/>
              <a:buFont typeface="Robo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5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750751" y="1767000"/>
            <a:ext cx="35769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5"/>
          <p:cNvSpPr txBox="1"/>
          <p:nvPr>
            <p:ph idx="2" type="subTitle"/>
          </p:nvPr>
        </p:nvSpPr>
        <p:spPr>
          <a:xfrm>
            <a:off x="4816349" y="1767000"/>
            <a:ext cx="35769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5"/>
          <p:cNvSpPr txBox="1"/>
          <p:nvPr>
            <p:ph idx="3" type="subTitle"/>
          </p:nvPr>
        </p:nvSpPr>
        <p:spPr>
          <a:xfrm>
            <a:off x="750751" y="2431125"/>
            <a:ext cx="3576900" cy="14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4" type="subTitle"/>
          </p:nvPr>
        </p:nvSpPr>
        <p:spPr>
          <a:xfrm>
            <a:off x="4816349" y="2431125"/>
            <a:ext cx="3576900" cy="14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63" name="Google Shape;63;p5"/>
          <p:cNvGrpSpPr/>
          <p:nvPr/>
        </p:nvGrpSpPr>
        <p:grpSpPr>
          <a:xfrm>
            <a:off x="444850" y="-375"/>
            <a:ext cx="238275" cy="1216255"/>
            <a:chOff x="474950" y="-375"/>
            <a:chExt cx="238275" cy="940500"/>
          </a:xfrm>
        </p:grpSpPr>
        <p:cxnSp>
          <p:nvCxnSpPr>
            <p:cNvPr id="64" name="Google Shape;64;p5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5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6" name="Google Shape;66;p5"/>
          <p:cNvCxnSpPr/>
          <p:nvPr/>
        </p:nvCxnSpPr>
        <p:spPr>
          <a:xfrm rot="10800000">
            <a:off x="4590800" y="4733100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5"/>
          <p:cNvCxnSpPr/>
          <p:nvPr/>
        </p:nvCxnSpPr>
        <p:spPr>
          <a:xfrm>
            <a:off x="8701025" y="0"/>
            <a:ext cx="0" cy="76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8" name="Google Shape;68;p5"/>
          <p:cNvGrpSpPr/>
          <p:nvPr/>
        </p:nvGrpSpPr>
        <p:grpSpPr>
          <a:xfrm flipH="1" rot="10800000">
            <a:off x="8473146" y="860389"/>
            <a:ext cx="455742" cy="385444"/>
            <a:chOff x="4052875" y="1592600"/>
            <a:chExt cx="737925" cy="624200"/>
          </a:xfrm>
        </p:grpSpPr>
        <p:sp>
          <p:nvSpPr>
            <p:cNvPr id="69" name="Google Shape;69;p5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5"/>
          <p:cNvSpPr/>
          <p:nvPr/>
        </p:nvSpPr>
        <p:spPr>
          <a:xfrm>
            <a:off x="141500" y="13318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6"/>
          <p:cNvSpPr txBox="1"/>
          <p:nvPr>
            <p:ph type="title"/>
          </p:nvPr>
        </p:nvSpPr>
        <p:spPr>
          <a:xfrm>
            <a:off x="713225" y="484425"/>
            <a:ext cx="7717500" cy="9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grpSp>
        <p:nvGrpSpPr>
          <p:cNvPr id="91" name="Google Shape;91;p6"/>
          <p:cNvGrpSpPr/>
          <p:nvPr/>
        </p:nvGrpSpPr>
        <p:grpSpPr>
          <a:xfrm>
            <a:off x="8399750" y="-375"/>
            <a:ext cx="238275" cy="1224437"/>
            <a:chOff x="474950" y="-375"/>
            <a:chExt cx="238275" cy="940500"/>
          </a:xfrm>
        </p:grpSpPr>
        <p:cxnSp>
          <p:nvCxnSpPr>
            <p:cNvPr id="92" name="Google Shape;92;p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4" name="Google Shape;94;p6"/>
          <p:cNvCxnSpPr/>
          <p:nvPr/>
        </p:nvCxnSpPr>
        <p:spPr>
          <a:xfrm>
            <a:off x="347525" y="358075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5" name="Google Shape;95;p6"/>
          <p:cNvGrpSpPr/>
          <p:nvPr/>
        </p:nvGrpSpPr>
        <p:grpSpPr>
          <a:xfrm>
            <a:off x="390439" y="425295"/>
            <a:ext cx="369304" cy="554077"/>
            <a:chOff x="3119125" y="3168075"/>
            <a:chExt cx="419425" cy="629275"/>
          </a:xfrm>
        </p:grpSpPr>
        <p:sp>
          <p:nvSpPr>
            <p:cNvPr id="96" name="Google Shape;96;p6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6"/>
          <p:cNvSpPr/>
          <p:nvPr/>
        </p:nvSpPr>
        <p:spPr>
          <a:xfrm>
            <a:off x="169250" y="309917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7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7"/>
          <p:cNvSpPr txBox="1"/>
          <p:nvPr>
            <p:ph type="title"/>
          </p:nvPr>
        </p:nvSpPr>
        <p:spPr>
          <a:xfrm>
            <a:off x="713225" y="484425"/>
            <a:ext cx="3558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720000" y="1481950"/>
            <a:ext cx="4218600" cy="31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13" name="Google Shape;113;p7"/>
          <p:cNvSpPr/>
          <p:nvPr>
            <p:ph idx="2" type="pic"/>
          </p:nvPr>
        </p:nvSpPr>
        <p:spPr>
          <a:xfrm>
            <a:off x="6120000" y="0"/>
            <a:ext cx="3024000" cy="51435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4" name="Google Shape;114;p7"/>
          <p:cNvCxnSpPr/>
          <p:nvPr/>
        </p:nvCxnSpPr>
        <p:spPr>
          <a:xfrm>
            <a:off x="352650" y="3354125"/>
            <a:ext cx="0" cy="180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8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 txBox="1"/>
          <p:nvPr>
            <p:ph type="title"/>
          </p:nvPr>
        </p:nvSpPr>
        <p:spPr>
          <a:xfrm>
            <a:off x="1916550" y="1440175"/>
            <a:ext cx="5310900" cy="226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4572000" y="4704025"/>
            <a:ext cx="0" cy="43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0" name="Google Shape;120;p8"/>
          <p:cNvGrpSpPr/>
          <p:nvPr/>
        </p:nvGrpSpPr>
        <p:grpSpPr>
          <a:xfrm flipH="1">
            <a:off x="7848625" y="-375"/>
            <a:ext cx="238275" cy="812404"/>
            <a:chOff x="474950" y="-375"/>
            <a:chExt cx="238275" cy="940500"/>
          </a:xfrm>
        </p:grpSpPr>
        <p:cxnSp>
          <p:nvCxnSpPr>
            <p:cNvPr id="121" name="Google Shape;121;p8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8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3" name="Google Shape;123;p8"/>
          <p:cNvCxnSpPr/>
          <p:nvPr/>
        </p:nvCxnSpPr>
        <p:spPr>
          <a:xfrm>
            <a:off x="708100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8"/>
          <p:cNvSpPr/>
          <p:nvPr/>
        </p:nvSpPr>
        <p:spPr>
          <a:xfrm>
            <a:off x="403475" y="9285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9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9"/>
          <p:cNvSpPr txBox="1"/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9" name="Google Shape;129;p9"/>
          <p:cNvSpPr txBox="1"/>
          <p:nvPr>
            <p:ph idx="1" type="subTitle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30" name="Google Shape;130;p9"/>
          <p:cNvGrpSpPr/>
          <p:nvPr/>
        </p:nvGrpSpPr>
        <p:grpSpPr>
          <a:xfrm>
            <a:off x="474950" y="-375"/>
            <a:ext cx="238275" cy="1523704"/>
            <a:chOff x="474950" y="-375"/>
            <a:chExt cx="238275" cy="940500"/>
          </a:xfrm>
        </p:grpSpPr>
        <p:cxnSp>
          <p:nvCxnSpPr>
            <p:cNvPr id="131" name="Google Shape;131;p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3" name="Google Shape;133;p9"/>
          <p:cNvGrpSpPr/>
          <p:nvPr/>
        </p:nvGrpSpPr>
        <p:grpSpPr>
          <a:xfrm rot="10800000">
            <a:off x="8268400" y="3919075"/>
            <a:ext cx="238275" cy="1224437"/>
            <a:chOff x="474950" y="-375"/>
            <a:chExt cx="238275" cy="940500"/>
          </a:xfrm>
        </p:grpSpPr>
        <p:cxnSp>
          <p:nvCxnSpPr>
            <p:cNvPr id="134" name="Google Shape;134;p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5" name="Google Shape;135;p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6" name="Google Shape;136;p9"/>
          <p:cNvSpPr/>
          <p:nvPr/>
        </p:nvSpPr>
        <p:spPr>
          <a:xfrm>
            <a:off x="8325463" y="344405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" name="Google Shape;137;p9"/>
          <p:cNvGrpSpPr/>
          <p:nvPr/>
        </p:nvGrpSpPr>
        <p:grpSpPr>
          <a:xfrm flipH="1" rot="10800000">
            <a:off x="257471" y="1641226"/>
            <a:ext cx="455742" cy="385444"/>
            <a:chOff x="4052875" y="1592600"/>
            <a:chExt cx="737925" cy="624200"/>
          </a:xfrm>
        </p:grpSpPr>
        <p:sp>
          <p:nvSpPr>
            <p:cNvPr id="138" name="Google Shape;138;p9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9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9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9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9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9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9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9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9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9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9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9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9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>
            <p:ph idx="2" type="pic"/>
          </p:nvPr>
        </p:nvSpPr>
        <p:spPr>
          <a:xfrm>
            <a:off x="0" y="15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10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1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163" name="Google Shape;163;p11"/>
          <p:cNvCxnSpPr/>
          <p:nvPr/>
        </p:nvCxnSpPr>
        <p:spPr>
          <a:xfrm>
            <a:off x="652325" y="358075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4" name="Google Shape;164;p11"/>
          <p:cNvGrpSpPr/>
          <p:nvPr/>
        </p:nvGrpSpPr>
        <p:grpSpPr>
          <a:xfrm>
            <a:off x="326449" y="2791143"/>
            <a:ext cx="651756" cy="651514"/>
            <a:chOff x="2814625" y="1652725"/>
            <a:chExt cx="2428300" cy="2427400"/>
          </a:xfrm>
        </p:grpSpPr>
        <p:sp>
          <p:nvSpPr>
            <p:cNvPr id="165" name="Google Shape;165;p11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1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1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1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1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1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1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1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11"/>
          <p:cNvGrpSpPr/>
          <p:nvPr/>
        </p:nvGrpSpPr>
        <p:grpSpPr>
          <a:xfrm>
            <a:off x="8399750" y="-375"/>
            <a:ext cx="238275" cy="1224437"/>
            <a:chOff x="474950" y="-375"/>
            <a:chExt cx="238275" cy="940500"/>
          </a:xfrm>
        </p:grpSpPr>
        <p:cxnSp>
          <p:nvCxnSpPr>
            <p:cNvPr id="184" name="Google Shape;184;p11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5" name="Google Shape;185;p11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6" name="Google Shape;186;p11"/>
          <p:cNvSpPr/>
          <p:nvPr/>
        </p:nvSpPr>
        <p:spPr>
          <a:xfrm>
            <a:off x="8097025" y="12899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3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2" name="Google Shape;192;p13"/>
          <p:cNvSpPr txBox="1"/>
          <p:nvPr>
            <p:ph hasCustomPrompt="1" idx="2" type="title"/>
          </p:nvPr>
        </p:nvSpPr>
        <p:spPr>
          <a:xfrm>
            <a:off x="2083563" y="13736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3" name="Google Shape;193;p13"/>
          <p:cNvSpPr txBox="1"/>
          <p:nvPr>
            <p:ph idx="1" type="subTitle"/>
          </p:nvPr>
        </p:nvSpPr>
        <p:spPr>
          <a:xfrm>
            <a:off x="3044637" y="13736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hasCustomPrompt="1" idx="3" type="title"/>
          </p:nvPr>
        </p:nvSpPr>
        <p:spPr>
          <a:xfrm>
            <a:off x="2083563" y="18974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/>
          <p:nvPr>
            <p:ph idx="4" type="subTitle"/>
          </p:nvPr>
        </p:nvSpPr>
        <p:spPr>
          <a:xfrm>
            <a:off x="3044637" y="18974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96" name="Google Shape;196;p13"/>
          <p:cNvSpPr txBox="1"/>
          <p:nvPr>
            <p:ph hasCustomPrompt="1" idx="5" type="title"/>
          </p:nvPr>
        </p:nvSpPr>
        <p:spPr>
          <a:xfrm>
            <a:off x="2083563" y="24212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7" name="Google Shape;197;p13"/>
          <p:cNvSpPr txBox="1"/>
          <p:nvPr>
            <p:ph idx="6" type="subTitle"/>
          </p:nvPr>
        </p:nvSpPr>
        <p:spPr>
          <a:xfrm>
            <a:off x="3044637" y="24212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198" name="Google Shape;198;p13"/>
          <p:cNvSpPr txBox="1"/>
          <p:nvPr>
            <p:ph hasCustomPrompt="1" idx="7" type="title"/>
          </p:nvPr>
        </p:nvSpPr>
        <p:spPr>
          <a:xfrm>
            <a:off x="2083563" y="29450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9" name="Google Shape;199;p13"/>
          <p:cNvSpPr txBox="1"/>
          <p:nvPr>
            <p:ph idx="8" type="subTitle"/>
          </p:nvPr>
        </p:nvSpPr>
        <p:spPr>
          <a:xfrm>
            <a:off x="3044637" y="29450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00" name="Google Shape;200;p13"/>
          <p:cNvSpPr txBox="1"/>
          <p:nvPr>
            <p:ph hasCustomPrompt="1" idx="9" type="title"/>
          </p:nvPr>
        </p:nvSpPr>
        <p:spPr>
          <a:xfrm>
            <a:off x="2083563" y="34688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/>
          <p:nvPr>
            <p:ph idx="13" type="subTitle"/>
          </p:nvPr>
        </p:nvSpPr>
        <p:spPr>
          <a:xfrm>
            <a:off x="3044637" y="34688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sp>
        <p:nvSpPr>
          <p:cNvPr id="202" name="Google Shape;202;p13"/>
          <p:cNvSpPr txBox="1"/>
          <p:nvPr>
            <p:ph hasCustomPrompt="1" idx="14" type="title"/>
          </p:nvPr>
        </p:nvSpPr>
        <p:spPr>
          <a:xfrm>
            <a:off x="2083563" y="3992650"/>
            <a:ext cx="1037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/>
          <p:nvPr>
            <p:ph idx="15" type="subTitle"/>
          </p:nvPr>
        </p:nvSpPr>
        <p:spPr>
          <a:xfrm>
            <a:off x="3044637" y="3992650"/>
            <a:ext cx="4015800" cy="4476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1700"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layfair Display SemiBold"/>
              <a:buNone/>
              <a:defRPr sz="2400">
                <a:latin typeface="Playfair Display SemiBold"/>
                <a:ea typeface="Playfair Display SemiBold"/>
                <a:cs typeface="Playfair Display SemiBold"/>
                <a:sym typeface="Playfair Display SemiBold"/>
              </a:defRPr>
            </a:lvl9pPr>
          </a:lstStyle>
          <a:p/>
        </p:txBody>
      </p:sp>
      <p:grpSp>
        <p:nvGrpSpPr>
          <p:cNvPr id="204" name="Google Shape;204;p13"/>
          <p:cNvGrpSpPr/>
          <p:nvPr/>
        </p:nvGrpSpPr>
        <p:grpSpPr>
          <a:xfrm flipH="1">
            <a:off x="8246114" y="1048720"/>
            <a:ext cx="369304" cy="554077"/>
            <a:chOff x="3119125" y="3168075"/>
            <a:chExt cx="419425" cy="629275"/>
          </a:xfrm>
        </p:grpSpPr>
        <p:sp>
          <p:nvSpPr>
            <p:cNvPr id="205" name="Google Shape;205;p13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16" name="Google Shape;216;p13"/>
          <p:cNvCxnSpPr/>
          <p:nvPr/>
        </p:nvCxnSpPr>
        <p:spPr>
          <a:xfrm>
            <a:off x="8735850" y="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4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4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 txBox="1"/>
          <p:nvPr>
            <p:ph type="title"/>
          </p:nvPr>
        </p:nvSpPr>
        <p:spPr>
          <a:xfrm>
            <a:off x="1874563" y="2990325"/>
            <a:ext cx="5394900" cy="5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1" name="Google Shape;221;p14"/>
          <p:cNvSpPr txBox="1"/>
          <p:nvPr>
            <p:ph idx="1" type="subTitle"/>
          </p:nvPr>
        </p:nvSpPr>
        <p:spPr>
          <a:xfrm>
            <a:off x="1874538" y="1614975"/>
            <a:ext cx="5394900" cy="12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222" name="Google Shape;222;p14"/>
          <p:cNvGrpSpPr/>
          <p:nvPr/>
        </p:nvGrpSpPr>
        <p:grpSpPr>
          <a:xfrm>
            <a:off x="673450" y="-375"/>
            <a:ext cx="238275" cy="1216255"/>
            <a:chOff x="474950" y="-375"/>
            <a:chExt cx="238275" cy="940500"/>
          </a:xfrm>
        </p:grpSpPr>
        <p:cxnSp>
          <p:nvCxnSpPr>
            <p:cNvPr id="223" name="Google Shape;223;p1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5" name="Google Shape;225;p14"/>
          <p:cNvGrpSpPr/>
          <p:nvPr/>
        </p:nvGrpSpPr>
        <p:grpSpPr>
          <a:xfrm rot="10800000">
            <a:off x="8268400" y="3919075"/>
            <a:ext cx="238275" cy="1224437"/>
            <a:chOff x="474950" y="-375"/>
            <a:chExt cx="238275" cy="940500"/>
          </a:xfrm>
        </p:grpSpPr>
        <p:cxnSp>
          <p:nvCxnSpPr>
            <p:cNvPr id="226" name="Google Shape;226;p1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8" name="Google Shape;228;p14"/>
          <p:cNvCxnSpPr/>
          <p:nvPr/>
        </p:nvCxnSpPr>
        <p:spPr>
          <a:xfrm>
            <a:off x="4572000" y="-12850"/>
            <a:ext cx="0" cy="49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" name="Google Shape;229;p14"/>
          <p:cNvGrpSpPr/>
          <p:nvPr/>
        </p:nvGrpSpPr>
        <p:grpSpPr>
          <a:xfrm flipH="1" rot="10800000">
            <a:off x="443621" y="1311601"/>
            <a:ext cx="455742" cy="385444"/>
            <a:chOff x="4052875" y="1592600"/>
            <a:chExt cx="737925" cy="624200"/>
          </a:xfrm>
        </p:grpSpPr>
        <p:sp>
          <p:nvSpPr>
            <p:cNvPr id="230" name="Google Shape;230;p14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4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4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4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4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4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4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4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4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4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4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4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4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4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4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4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14"/>
          <p:cNvSpPr/>
          <p:nvPr/>
        </p:nvSpPr>
        <p:spPr>
          <a:xfrm>
            <a:off x="8325463" y="344405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5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5"/>
          <p:cNvSpPr txBox="1"/>
          <p:nvPr>
            <p:ph hasCustomPrompt="1" type="title"/>
          </p:nvPr>
        </p:nvSpPr>
        <p:spPr>
          <a:xfrm>
            <a:off x="1687950" y="613700"/>
            <a:ext cx="57681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2" name="Google Shape;252;p15"/>
          <p:cNvSpPr txBox="1"/>
          <p:nvPr>
            <p:ph idx="1" type="subTitle"/>
          </p:nvPr>
        </p:nvSpPr>
        <p:spPr>
          <a:xfrm>
            <a:off x="1687950" y="1339200"/>
            <a:ext cx="57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3" name="Google Shape;253;p15"/>
          <p:cNvSpPr txBox="1"/>
          <p:nvPr>
            <p:ph hasCustomPrompt="1" idx="2" type="title"/>
          </p:nvPr>
        </p:nvSpPr>
        <p:spPr>
          <a:xfrm>
            <a:off x="1687950" y="1986400"/>
            <a:ext cx="57681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4" name="Google Shape;254;p15"/>
          <p:cNvSpPr txBox="1"/>
          <p:nvPr>
            <p:ph idx="3" type="subTitle"/>
          </p:nvPr>
        </p:nvSpPr>
        <p:spPr>
          <a:xfrm>
            <a:off x="1687950" y="2711900"/>
            <a:ext cx="57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5" name="Google Shape;255;p15"/>
          <p:cNvSpPr txBox="1"/>
          <p:nvPr>
            <p:ph hasCustomPrompt="1" idx="4" type="title"/>
          </p:nvPr>
        </p:nvSpPr>
        <p:spPr>
          <a:xfrm>
            <a:off x="1687950" y="3359099"/>
            <a:ext cx="5768100" cy="82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256" name="Google Shape;256;p15"/>
          <p:cNvSpPr txBox="1"/>
          <p:nvPr>
            <p:ph idx="5" type="subTitle"/>
          </p:nvPr>
        </p:nvSpPr>
        <p:spPr>
          <a:xfrm>
            <a:off x="1687950" y="4084600"/>
            <a:ext cx="57681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257" name="Google Shape;257;p15"/>
          <p:cNvGrpSpPr/>
          <p:nvPr/>
        </p:nvGrpSpPr>
        <p:grpSpPr>
          <a:xfrm>
            <a:off x="8475950" y="-375"/>
            <a:ext cx="238275" cy="1224437"/>
            <a:chOff x="474950" y="-375"/>
            <a:chExt cx="238275" cy="940500"/>
          </a:xfrm>
        </p:grpSpPr>
        <p:cxnSp>
          <p:nvCxnSpPr>
            <p:cNvPr id="258" name="Google Shape;258;p15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15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60" name="Google Shape;260;p15"/>
          <p:cNvCxnSpPr/>
          <p:nvPr/>
        </p:nvCxnSpPr>
        <p:spPr>
          <a:xfrm>
            <a:off x="1368925" y="-375"/>
            <a:ext cx="0" cy="524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6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6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6"/>
          <p:cNvSpPr txBox="1"/>
          <p:nvPr>
            <p:ph type="title"/>
          </p:nvPr>
        </p:nvSpPr>
        <p:spPr>
          <a:xfrm>
            <a:off x="713225" y="484425"/>
            <a:ext cx="77175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cxnSp>
        <p:nvCxnSpPr>
          <p:cNvPr id="265" name="Google Shape;265;p16"/>
          <p:cNvCxnSpPr/>
          <p:nvPr/>
        </p:nvCxnSpPr>
        <p:spPr>
          <a:xfrm>
            <a:off x="403300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66" name="Google Shape;266;p16"/>
          <p:cNvGrpSpPr/>
          <p:nvPr/>
        </p:nvGrpSpPr>
        <p:grpSpPr>
          <a:xfrm flipH="1" rot="10800000">
            <a:off x="175421" y="912051"/>
            <a:ext cx="455742" cy="385444"/>
            <a:chOff x="4052875" y="1592600"/>
            <a:chExt cx="737925" cy="624200"/>
          </a:xfrm>
        </p:grpSpPr>
        <p:sp>
          <p:nvSpPr>
            <p:cNvPr id="267" name="Google Shape;267;p16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6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6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6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6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6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6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6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6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6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6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6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6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6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16"/>
          <p:cNvGrpSpPr/>
          <p:nvPr/>
        </p:nvGrpSpPr>
        <p:grpSpPr>
          <a:xfrm rot="10800000">
            <a:off x="8420800" y="3919075"/>
            <a:ext cx="238275" cy="1224437"/>
            <a:chOff x="474950" y="-375"/>
            <a:chExt cx="238275" cy="940500"/>
          </a:xfrm>
        </p:grpSpPr>
        <p:cxnSp>
          <p:nvCxnSpPr>
            <p:cNvPr id="285" name="Google Shape;285;p1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6" name="Google Shape;286;p1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7" name="Google Shape;287;p16"/>
          <p:cNvSpPr/>
          <p:nvPr/>
        </p:nvSpPr>
        <p:spPr>
          <a:xfrm>
            <a:off x="8485300" y="344405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16"/>
          <p:cNvCxnSpPr/>
          <p:nvPr/>
        </p:nvCxnSpPr>
        <p:spPr>
          <a:xfrm>
            <a:off x="8663563" y="-375"/>
            <a:ext cx="0" cy="153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7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7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grpSp>
        <p:nvGrpSpPr>
          <p:cNvPr id="293" name="Google Shape;293;p17"/>
          <p:cNvGrpSpPr/>
          <p:nvPr/>
        </p:nvGrpSpPr>
        <p:grpSpPr>
          <a:xfrm>
            <a:off x="368650" y="-375"/>
            <a:ext cx="238275" cy="1216255"/>
            <a:chOff x="474950" y="-375"/>
            <a:chExt cx="238275" cy="940500"/>
          </a:xfrm>
        </p:grpSpPr>
        <p:cxnSp>
          <p:nvCxnSpPr>
            <p:cNvPr id="294" name="Google Shape;294;p17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7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6" name="Google Shape;296;p17"/>
          <p:cNvCxnSpPr/>
          <p:nvPr/>
        </p:nvCxnSpPr>
        <p:spPr>
          <a:xfrm rot="10800000">
            <a:off x="8815475" y="3245700"/>
            <a:ext cx="0" cy="189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7" name="Google Shape;297;p17"/>
          <p:cNvGrpSpPr/>
          <p:nvPr/>
        </p:nvGrpSpPr>
        <p:grpSpPr>
          <a:xfrm>
            <a:off x="187471" y="1404083"/>
            <a:ext cx="369304" cy="554077"/>
            <a:chOff x="3119125" y="3168075"/>
            <a:chExt cx="419425" cy="629275"/>
          </a:xfrm>
        </p:grpSpPr>
        <p:sp>
          <p:nvSpPr>
            <p:cNvPr id="298" name="Google Shape;298;p17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7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7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7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7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7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7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7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7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7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7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09" name="Google Shape;309;p17"/>
          <p:cNvCxnSpPr/>
          <p:nvPr/>
        </p:nvCxnSpPr>
        <p:spPr>
          <a:xfrm>
            <a:off x="7637750" y="-375"/>
            <a:ext cx="0" cy="41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0" name="Google Shape;310;p17"/>
          <p:cNvSpPr/>
          <p:nvPr/>
        </p:nvSpPr>
        <p:spPr>
          <a:xfrm>
            <a:off x="8510850" y="2598824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8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8"/>
          <p:cNvSpPr txBox="1"/>
          <p:nvPr>
            <p:ph type="title"/>
          </p:nvPr>
        </p:nvSpPr>
        <p:spPr>
          <a:xfrm>
            <a:off x="713225" y="484425"/>
            <a:ext cx="77175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grpSp>
        <p:nvGrpSpPr>
          <p:cNvPr id="315" name="Google Shape;315;p18"/>
          <p:cNvGrpSpPr/>
          <p:nvPr/>
        </p:nvGrpSpPr>
        <p:grpSpPr>
          <a:xfrm>
            <a:off x="301401" y="882495"/>
            <a:ext cx="369304" cy="554077"/>
            <a:chOff x="3119125" y="3168075"/>
            <a:chExt cx="419425" cy="629275"/>
          </a:xfrm>
        </p:grpSpPr>
        <p:sp>
          <p:nvSpPr>
            <p:cNvPr id="316" name="Google Shape;316;p18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18"/>
          <p:cNvGrpSpPr/>
          <p:nvPr/>
        </p:nvGrpSpPr>
        <p:grpSpPr>
          <a:xfrm>
            <a:off x="307800" y="3868925"/>
            <a:ext cx="356529" cy="1274575"/>
            <a:chOff x="307800" y="3868925"/>
            <a:chExt cx="356529" cy="1274575"/>
          </a:xfrm>
        </p:grpSpPr>
        <p:cxnSp>
          <p:nvCxnSpPr>
            <p:cNvPr id="328" name="Google Shape;328;p18"/>
            <p:cNvCxnSpPr/>
            <p:nvPr/>
          </p:nvCxnSpPr>
          <p:spPr>
            <a:xfrm>
              <a:off x="486075" y="4331100"/>
              <a:ext cx="0" cy="8124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9" name="Google Shape;329;p18"/>
            <p:cNvSpPr/>
            <p:nvPr/>
          </p:nvSpPr>
          <p:spPr>
            <a:xfrm>
              <a:off x="307800" y="3868925"/>
              <a:ext cx="356529" cy="356529"/>
            </a:xfrm>
            <a:custGeom>
              <a:rect b="b" l="l" r="r" t="t"/>
              <a:pathLst>
                <a:path extrusionOk="0" h="18914" w="18914">
                  <a:moveTo>
                    <a:pt x="7030" y="0"/>
                  </a:moveTo>
                  <a:lnTo>
                    <a:pt x="7030" y="3141"/>
                  </a:lnTo>
                  <a:lnTo>
                    <a:pt x="3141" y="3141"/>
                  </a:lnTo>
                  <a:lnTo>
                    <a:pt x="3141" y="7030"/>
                  </a:lnTo>
                  <a:lnTo>
                    <a:pt x="0" y="7030"/>
                  </a:lnTo>
                  <a:lnTo>
                    <a:pt x="0" y="11883"/>
                  </a:lnTo>
                  <a:lnTo>
                    <a:pt x="3141" y="11883"/>
                  </a:lnTo>
                  <a:lnTo>
                    <a:pt x="3141" y="15773"/>
                  </a:lnTo>
                  <a:lnTo>
                    <a:pt x="7030" y="15773"/>
                  </a:lnTo>
                  <a:lnTo>
                    <a:pt x="7030" y="18913"/>
                  </a:lnTo>
                  <a:lnTo>
                    <a:pt x="11884" y="18913"/>
                  </a:lnTo>
                  <a:lnTo>
                    <a:pt x="11884" y="15773"/>
                  </a:lnTo>
                  <a:lnTo>
                    <a:pt x="15773" y="15773"/>
                  </a:lnTo>
                  <a:lnTo>
                    <a:pt x="15773" y="11883"/>
                  </a:lnTo>
                  <a:lnTo>
                    <a:pt x="18914" y="11883"/>
                  </a:lnTo>
                  <a:lnTo>
                    <a:pt x="18914" y="7030"/>
                  </a:lnTo>
                  <a:lnTo>
                    <a:pt x="15773" y="7030"/>
                  </a:lnTo>
                  <a:lnTo>
                    <a:pt x="15773" y="3141"/>
                  </a:lnTo>
                  <a:lnTo>
                    <a:pt x="11884" y="3141"/>
                  </a:lnTo>
                  <a:lnTo>
                    <a:pt x="118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0" name="Google Shape;330;p18"/>
          <p:cNvGrpSpPr/>
          <p:nvPr/>
        </p:nvGrpSpPr>
        <p:grpSpPr>
          <a:xfrm rot="10800000">
            <a:off x="8649400" y="4330103"/>
            <a:ext cx="238275" cy="812404"/>
            <a:chOff x="474950" y="-375"/>
            <a:chExt cx="238275" cy="940500"/>
          </a:xfrm>
        </p:grpSpPr>
        <p:cxnSp>
          <p:nvCxnSpPr>
            <p:cNvPr id="331" name="Google Shape;331;p18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2" name="Google Shape;332;p18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3" name="Google Shape;333;p18"/>
          <p:cNvGrpSpPr/>
          <p:nvPr/>
        </p:nvGrpSpPr>
        <p:grpSpPr>
          <a:xfrm>
            <a:off x="8461296" y="0"/>
            <a:ext cx="455742" cy="2026570"/>
            <a:chOff x="8461296" y="0"/>
            <a:chExt cx="455742" cy="2026570"/>
          </a:xfrm>
        </p:grpSpPr>
        <p:cxnSp>
          <p:nvCxnSpPr>
            <p:cNvPr id="334" name="Google Shape;334;p18"/>
            <p:cNvCxnSpPr/>
            <p:nvPr/>
          </p:nvCxnSpPr>
          <p:spPr>
            <a:xfrm>
              <a:off x="8689175" y="0"/>
              <a:ext cx="0" cy="1531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35" name="Google Shape;335;p18"/>
            <p:cNvGrpSpPr/>
            <p:nvPr/>
          </p:nvGrpSpPr>
          <p:grpSpPr>
            <a:xfrm flipH="1" rot="10800000">
              <a:off x="8461296" y="1641126"/>
              <a:ext cx="455742" cy="385444"/>
              <a:chOff x="4052875" y="1592600"/>
              <a:chExt cx="737925" cy="624200"/>
            </a:xfrm>
          </p:grpSpPr>
          <p:sp>
            <p:nvSpPr>
              <p:cNvPr id="336" name="Google Shape;336;p18"/>
              <p:cNvSpPr/>
              <p:nvPr/>
            </p:nvSpPr>
            <p:spPr>
              <a:xfrm>
                <a:off x="4052875" y="1592600"/>
                <a:ext cx="737925" cy="624200"/>
              </a:xfrm>
              <a:custGeom>
                <a:rect b="b" l="l" r="r" t="t"/>
                <a:pathLst>
                  <a:path extrusionOk="0" h="24968" w="29517">
                    <a:moveTo>
                      <a:pt x="13621" y="0"/>
                    </a:moveTo>
                    <a:lnTo>
                      <a:pt x="13621" y="2262"/>
                    </a:lnTo>
                    <a:lnTo>
                      <a:pt x="11359" y="2262"/>
                    </a:lnTo>
                    <a:lnTo>
                      <a:pt x="11359" y="4548"/>
                    </a:lnTo>
                    <a:lnTo>
                      <a:pt x="9085" y="4548"/>
                    </a:lnTo>
                    <a:lnTo>
                      <a:pt x="9085" y="6810"/>
                    </a:lnTo>
                    <a:lnTo>
                      <a:pt x="6823" y="6810"/>
                    </a:lnTo>
                    <a:lnTo>
                      <a:pt x="6823" y="9061"/>
                    </a:lnTo>
                    <a:lnTo>
                      <a:pt x="4549" y="9061"/>
                    </a:lnTo>
                    <a:lnTo>
                      <a:pt x="4549" y="11347"/>
                    </a:lnTo>
                    <a:lnTo>
                      <a:pt x="2275" y="11347"/>
                    </a:lnTo>
                    <a:lnTo>
                      <a:pt x="2275" y="13609"/>
                    </a:lnTo>
                    <a:lnTo>
                      <a:pt x="1" y="13609"/>
                    </a:lnTo>
                    <a:lnTo>
                      <a:pt x="1" y="15883"/>
                    </a:lnTo>
                    <a:lnTo>
                      <a:pt x="9085" y="15883"/>
                    </a:lnTo>
                    <a:lnTo>
                      <a:pt x="9085" y="24967"/>
                    </a:lnTo>
                    <a:lnTo>
                      <a:pt x="20432" y="24967"/>
                    </a:lnTo>
                    <a:lnTo>
                      <a:pt x="20432" y="15883"/>
                    </a:lnTo>
                    <a:lnTo>
                      <a:pt x="29516" y="15883"/>
                    </a:lnTo>
                    <a:lnTo>
                      <a:pt x="29516" y="13609"/>
                    </a:lnTo>
                    <a:lnTo>
                      <a:pt x="27242" y="13609"/>
                    </a:lnTo>
                    <a:lnTo>
                      <a:pt x="27242" y="11347"/>
                    </a:lnTo>
                    <a:lnTo>
                      <a:pt x="24980" y="11347"/>
                    </a:lnTo>
                    <a:lnTo>
                      <a:pt x="24980" y="9061"/>
                    </a:lnTo>
                    <a:lnTo>
                      <a:pt x="22706" y="9061"/>
                    </a:lnTo>
                    <a:lnTo>
                      <a:pt x="22706" y="6810"/>
                    </a:lnTo>
                    <a:lnTo>
                      <a:pt x="20432" y="6810"/>
                    </a:lnTo>
                    <a:lnTo>
                      <a:pt x="20432" y="4548"/>
                    </a:lnTo>
                    <a:lnTo>
                      <a:pt x="18158" y="4548"/>
                    </a:lnTo>
                    <a:lnTo>
                      <a:pt x="18158" y="2262"/>
                    </a:lnTo>
                    <a:lnTo>
                      <a:pt x="15895" y="2262"/>
                    </a:lnTo>
                    <a:lnTo>
                      <a:pt x="158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8"/>
              <p:cNvSpPr/>
              <p:nvPr/>
            </p:nvSpPr>
            <p:spPr>
              <a:xfrm>
                <a:off x="4336850" y="16494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0" y="0"/>
                    </a:moveTo>
                    <a:lnTo>
                      <a:pt x="0" y="2262"/>
                    </a:lnTo>
                    <a:lnTo>
                      <a:pt x="2262" y="2262"/>
                    </a:lnTo>
                    <a:lnTo>
                      <a:pt x="226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8"/>
              <p:cNvSpPr/>
              <p:nvPr/>
            </p:nvSpPr>
            <p:spPr>
              <a:xfrm>
                <a:off x="4393700" y="1592875"/>
                <a:ext cx="56575" cy="56600"/>
              </a:xfrm>
              <a:custGeom>
                <a:rect b="b" l="l" r="r" t="t"/>
                <a:pathLst>
                  <a:path extrusionOk="0" h="2264" w="2263">
                    <a:moveTo>
                      <a:pt x="0" y="1"/>
                    </a:moveTo>
                    <a:lnTo>
                      <a:pt x="0" y="2263"/>
                    </a:lnTo>
                    <a:lnTo>
                      <a:pt x="2262" y="2263"/>
                    </a:lnTo>
                    <a:lnTo>
                      <a:pt x="226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8"/>
              <p:cNvSpPr/>
              <p:nvPr/>
            </p:nvSpPr>
            <p:spPr>
              <a:xfrm>
                <a:off x="4280275" y="1706300"/>
                <a:ext cx="56600" cy="56575"/>
              </a:xfrm>
              <a:custGeom>
                <a:rect b="b" l="l" r="r" t="t"/>
                <a:pathLst>
                  <a:path extrusionOk="0" h="2263" w="2264">
                    <a:moveTo>
                      <a:pt x="1" y="0"/>
                    </a:moveTo>
                    <a:lnTo>
                      <a:pt x="1" y="2262"/>
                    </a:lnTo>
                    <a:lnTo>
                      <a:pt x="2263" y="2262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8"/>
              <p:cNvSpPr/>
              <p:nvPr/>
            </p:nvSpPr>
            <p:spPr>
              <a:xfrm>
                <a:off x="4470187" y="17628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8"/>
              <p:cNvSpPr/>
              <p:nvPr/>
            </p:nvSpPr>
            <p:spPr>
              <a:xfrm>
                <a:off x="4166275" y="181970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8"/>
              <p:cNvSpPr/>
              <p:nvPr/>
            </p:nvSpPr>
            <p:spPr>
              <a:xfrm>
                <a:off x="4109725" y="18762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1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8"/>
              <p:cNvSpPr/>
              <p:nvPr/>
            </p:nvSpPr>
            <p:spPr>
              <a:xfrm>
                <a:off x="4052875" y="1933100"/>
                <a:ext cx="283700" cy="56575"/>
              </a:xfrm>
              <a:custGeom>
                <a:rect b="b" l="l" r="r" t="t"/>
                <a:pathLst>
                  <a:path extrusionOk="0" h="2263" w="11348">
                    <a:moveTo>
                      <a:pt x="1" y="1"/>
                    </a:moveTo>
                    <a:lnTo>
                      <a:pt x="1" y="2263"/>
                    </a:lnTo>
                    <a:lnTo>
                      <a:pt x="11347" y="2263"/>
                    </a:lnTo>
                    <a:lnTo>
                      <a:pt x="113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18"/>
              <p:cNvSpPr/>
              <p:nvPr/>
            </p:nvSpPr>
            <p:spPr>
              <a:xfrm>
                <a:off x="4279975" y="2160225"/>
                <a:ext cx="283400" cy="56575"/>
              </a:xfrm>
              <a:custGeom>
                <a:rect b="b" l="l" r="r" t="t"/>
                <a:pathLst>
                  <a:path extrusionOk="0" h="2263" w="11336">
                    <a:moveTo>
                      <a:pt x="1" y="0"/>
                    </a:moveTo>
                    <a:lnTo>
                      <a:pt x="1" y="2262"/>
                    </a:lnTo>
                    <a:lnTo>
                      <a:pt x="11336" y="2262"/>
                    </a:lnTo>
                    <a:lnTo>
                      <a:pt x="1133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18"/>
              <p:cNvSpPr/>
              <p:nvPr/>
            </p:nvSpPr>
            <p:spPr>
              <a:xfrm>
                <a:off x="4280275" y="1989350"/>
                <a:ext cx="56600" cy="227150"/>
              </a:xfrm>
              <a:custGeom>
                <a:rect b="b" l="l" r="r" t="t"/>
                <a:pathLst>
                  <a:path extrusionOk="0" h="9086" w="2264">
                    <a:moveTo>
                      <a:pt x="1" y="1"/>
                    </a:moveTo>
                    <a:lnTo>
                      <a:pt x="1" y="9085"/>
                    </a:lnTo>
                    <a:lnTo>
                      <a:pt x="2263" y="9085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8"/>
              <p:cNvSpPr/>
              <p:nvPr/>
            </p:nvSpPr>
            <p:spPr>
              <a:xfrm>
                <a:off x="4450250" y="16494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0" y="0"/>
                    </a:moveTo>
                    <a:lnTo>
                      <a:pt x="0" y="2262"/>
                    </a:lnTo>
                    <a:lnTo>
                      <a:pt x="2263" y="2262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18"/>
              <p:cNvSpPr/>
              <p:nvPr/>
            </p:nvSpPr>
            <p:spPr>
              <a:xfrm>
                <a:off x="4507100" y="170630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0" y="0"/>
                    </a:moveTo>
                    <a:lnTo>
                      <a:pt x="0" y="2262"/>
                    </a:lnTo>
                    <a:lnTo>
                      <a:pt x="2263" y="2262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8"/>
              <p:cNvSpPr/>
              <p:nvPr/>
            </p:nvSpPr>
            <p:spPr>
              <a:xfrm>
                <a:off x="4563650" y="176285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8"/>
              <p:cNvSpPr/>
              <p:nvPr/>
            </p:nvSpPr>
            <p:spPr>
              <a:xfrm>
                <a:off x="4620200" y="1819700"/>
                <a:ext cx="56575" cy="56575"/>
              </a:xfrm>
              <a:custGeom>
                <a:rect b="b" l="l" r="r" t="t"/>
                <a:pathLst>
                  <a:path extrusionOk="0" h="2263" w="2263">
                    <a:moveTo>
                      <a:pt x="1" y="0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8"/>
              <p:cNvSpPr/>
              <p:nvPr/>
            </p:nvSpPr>
            <p:spPr>
              <a:xfrm>
                <a:off x="4677050" y="1876250"/>
                <a:ext cx="56600" cy="56575"/>
              </a:xfrm>
              <a:custGeom>
                <a:rect b="b" l="l" r="r" t="t"/>
                <a:pathLst>
                  <a:path extrusionOk="0" h="2263" w="2264">
                    <a:moveTo>
                      <a:pt x="1" y="1"/>
                    </a:moveTo>
                    <a:lnTo>
                      <a:pt x="1" y="2263"/>
                    </a:lnTo>
                    <a:lnTo>
                      <a:pt x="2263" y="2263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8"/>
              <p:cNvSpPr/>
              <p:nvPr/>
            </p:nvSpPr>
            <p:spPr>
              <a:xfrm>
                <a:off x="4506800" y="1933100"/>
                <a:ext cx="283400" cy="56575"/>
              </a:xfrm>
              <a:custGeom>
                <a:rect b="b" l="l" r="r" t="t"/>
                <a:pathLst>
                  <a:path extrusionOk="0" h="2263" w="11336">
                    <a:moveTo>
                      <a:pt x="1" y="1"/>
                    </a:moveTo>
                    <a:lnTo>
                      <a:pt x="1" y="2263"/>
                    </a:lnTo>
                    <a:lnTo>
                      <a:pt x="11335" y="2263"/>
                    </a:lnTo>
                    <a:lnTo>
                      <a:pt x="113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8"/>
              <p:cNvSpPr/>
              <p:nvPr/>
            </p:nvSpPr>
            <p:spPr>
              <a:xfrm>
                <a:off x="4507100" y="1989650"/>
                <a:ext cx="56575" cy="227150"/>
              </a:xfrm>
              <a:custGeom>
                <a:rect b="b" l="l" r="r" t="t"/>
                <a:pathLst>
                  <a:path extrusionOk="0" h="9086" w="2263">
                    <a:moveTo>
                      <a:pt x="0" y="1"/>
                    </a:moveTo>
                    <a:lnTo>
                      <a:pt x="0" y="9085"/>
                    </a:lnTo>
                    <a:lnTo>
                      <a:pt x="2263" y="9085"/>
                    </a:lnTo>
                    <a:lnTo>
                      <a:pt x="22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9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9"/>
          <p:cNvSpPr txBox="1"/>
          <p:nvPr>
            <p:ph type="title"/>
          </p:nvPr>
        </p:nvSpPr>
        <p:spPr>
          <a:xfrm>
            <a:off x="713225" y="484425"/>
            <a:ext cx="7717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cxnSp>
        <p:nvCxnSpPr>
          <p:cNvPr id="357" name="Google Shape;357;p19"/>
          <p:cNvCxnSpPr/>
          <p:nvPr/>
        </p:nvCxnSpPr>
        <p:spPr>
          <a:xfrm>
            <a:off x="479500" y="-375"/>
            <a:ext cx="0" cy="147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19"/>
          <p:cNvSpPr/>
          <p:nvPr/>
        </p:nvSpPr>
        <p:spPr>
          <a:xfrm>
            <a:off x="174875" y="15904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9"/>
          <p:cNvGrpSpPr/>
          <p:nvPr/>
        </p:nvGrpSpPr>
        <p:grpSpPr>
          <a:xfrm flipH="1">
            <a:off x="8458225" y="-375"/>
            <a:ext cx="238275" cy="812404"/>
            <a:chOff x="474950" y="-375"/>
            <a:chExt cx="238275" cy="940500"/>
          </a:xfrm>
        </p:grpSpPr>
        <p:cxnSp>
          <p:nvCxnSpPr>
            <p:cNvPr id="360" name="Google Shape;360;p1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1" name="Google Shape;361;p1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62" name="Google Shape;362;p19"/>
          <p:cNvSpPr/>
          <p:nvPr/>
        </p:nvSpPr>
        <p:spPr>
          <a:xfrm>
            <a:off x="8520563" y="93837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3" name="Google Shape;363;p19"/>
          <p:cNvGrpSpPr/>
          <p:nvPr/>
        </p:nvGrpSpPr>
        <p:grpSpPr>
          <a:xfrm flipH="1" rot="10800000">
            <a:off x="398750" y="3777800"/>
            <a:ext cx="238275" cy="1365700"/>
            <a:chOff x="474950" y="-375"/>
            <a:chExt cx="238275" cy="940500"/>
          </a:xfrm>
        </p:grpSpPr>
        <p:cxnSp>
          <p:nvCxnSpPr>
            <p:cNvPr id="364" name="Google Shape;364;p1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5" name="Google Shape;365;p1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366" name="Google Shape;366;p19"/>
          <p:cNvCxnSpPr/>
          <p:nvPr/>
        </p:nvCxnSpPr>
        <p:spPr>
          <a:xfrm>
            <a:off x="8546450" y="3324550"/>
            <a:ext cx="0" cy="181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7" name="Google Shape;367;p19"/>
          <p:cNvGrpSpPr/>
          <p:nvPr/>
        </p:nvGrpSpPr>
        <p:grpSpPr>
          <a:xfrm>
            <a:off x="8220574" y="2495543"/>
            <a:ext cx="651756" cy="651514"/>
            <a:chOff x="2814625" y="1652725"/>
            <a:chExt cx="2428300" cy="2427400"/>
          </a:xfrm>
        </p:grpSpPr>
        <p:sp>
          <p:nvSpPr>
            <p:cNvPr id="368" name="Google Shape;368;p19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0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0"/>
          <p:cNvSpPr txBox="1"/>
          <p:nvPr>
            <p:ph type="title"/>
          </p:nvPr>
        </p:nvSpPr>
        <p:spPr>
          <a:xfrm flipH="1">
            <a:off x="713225" y="484425"/>
            <a:ext cx="2798700" cy="9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390" name="Google Shape;390;p20"/>
          <p:cNvSpPr txBox="1"/>
          <p:nvPr>
            <p:ph idx="1" type="subTitle"/>
          </p:nvPr>
        </p:nvSpPr>
        <p:spPr>
          <a:xfrm flipH="1">
            <a:off x="713225" y="1402900"/>
            <a:ext cx="27987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91" name="Google Shape;391;p20"/>
          <p:cNvSpPr/>
          <p:nvPr>
            <p:ph idx="2" type="pic"/>
          </p:nvPr>
        </p:nvSpPr>
        <p:spPr>
          <a:xfrm>
            <a:off x="6442101" y="-3200"/>
            <a:ext cx="2707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92" name="Google Shape;392;p20"/>
          <p:cNvSpPr/>
          <p:nvPr>
            <p:ph idx="3" type="pic"/>
          </p:nvPr>
        </p:nvSpPr>
        <p:spPr>
          <a:xfrm>
            <a:off x="0" y="2969801"/>
            <a:ext cx="63009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20"/>
          <p:cNvSpPr/>
          <p:nvPr>
            <p:ph idx="4" type="pic"/>
          </p:nvPr>
        </p:nvSpPr>
        <p:spPr>
          <a:xfrm flipH="1">
            <a:off x="4231726" y="-3200"/>
            <a:ext cx="2069100" cy="28317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394" name="Google Shape;394;p20"/>
          <p:cNvGrpSpPr/>
          <p:nvPr/>
        </p:nvGrpSpPr>
        <p:grpSpPr>
          <a:xfrm>
            <a:off x="292450" y="-375"/>
            <a:ext cx="238275" cy="1216255"/>
            <a:chOff x="474950" y="-375"/>
            <a:chExt cx="238275" cy="940500"/>
          </a:xfrm>
        </p:grpSpPr>
        <p:cxnSp>
          <p:nvCxnSpPr>
            <p:cNvPr id="395" name="Google Shape;395;p20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6" name="Google Shape;396;p20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7" name="Google Shape;397;p20"/>
          <p:cNvSpPr/>
          <p:nvPr/>
        </p:nvSpPr>
        <p:spPr>
          <a:xfrm>
            <a:off x="116625" y="131072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4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1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1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02" name="Google Shape;402;p21"/>
          <p:cNvSpPr txBox="1"/>
          <p:nvPr>
            <p:ph idx="1" type="body"/>
          </p:nvPr>
        </p:nvSpPr>
        <p:spPr>
          <a:xfrm>
            <a:off x="713225" y="1056900"/>
            <a:ext cx="7717500" cy="32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/>
            </a:lvl9pPr>
          </a:lstStyle>
          <a:p/>
        </p:txBody>
      </p:sp>
      <p:grpSp>
        <p:nvGrpSpPr>
          <p:cNvPr id="403" name="Google Shape;403;p21"/>
          <p:cNvGrpSpPr/>
          <p:nvPr/>
        </p:nvGrpSpPr>
        <p:grpSpPr>
          <a:xfrm>
            <a:off x="368650" y="-375"/>
            <a:ext cx="238275" cy="1216255"/>
            <a:chOff x="474950" y="-375"/>
            <a:chExt cx="238275" cy="940500"/>
          </a:xfrm>
        </p:grpSpPr>
        <p:cxnSp>
          <p:nvCxnSpPr>
            <p:cNvPr id="404" name="Google Shape;404;p21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21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6" name="Google Shape;406;p21"/>
          <p:cNvSpPr/>
          <p:nvPr/>
        </p:nvSpPr>
        <p:spPr>
          <a:xfrm>
            <a:off x="192825" y="131072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7" name="Google Shape;407;p21"/>
          <p:cNvCxnSpPr/>
          <p:nvPr/>
        </p:nvCxnSpPr>
        <p:spPr>
          <a:xfrm>
            <a:off x="371088" y="4079375"/>
            <a:ext cx="0" cy="105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1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2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2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12" name="Google Shape;412;p22"/>
          <p:cNvSpPr txBox="1"/>
          <p:nvPr>
            <p:ph idx="1" type="subTitle"/>
          </p:nvPr>
        </p:nvSpPr>
        <p:spPr>
          <a:xfrm>
            <a:off x="714975" y="1353850"/>
            <a:ext cx="3114300" cy="864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3" name="Google Shape;413;p22"/>
          <p:cNvSpPr txBox="1"/>
          <p:nvPr>
            <p:ph idx="2" type="subTitle"/>
          </p:nvPr>
        </p:nvSpPr>
        <p:spPr>
          <a:xfrm>
            <a:off x="3829175" y="1353850"/>
            <a:ext cx="45642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22"/>
          <p:cNvSpPr txBox="1"/>
          <p:nvPr>
            <p:ph idx="3" type="subTitle"/>
          </p:nvPr>
        </p:nvSpPr>
        <p:spPr>
          <a:xfrm>
            <a:off x="3829175" y="2350775"/>
            <a:ext cx="45642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22"/>
          <p:cNvSpPr txBox="1"/>
          <p:nvPr>
            <p:ph idx="4" type="subTitle"/>
          </p:nvPr>
        </p:nvSpPr>
        <p:spPr>
          <a:xfrm>
            <a:off x="3829175" y="3347700"/>
            <a:ext cx="4564200" cy="8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6" name="Google Shape;416;p22"/>
          <p:cNvSpPr txBox="1"/>
          <p:nvPr>
            <p:ph idx="5" type="subTitle"/>
          </p:nvPr>
        </p:nvSpPr>
        <p:spPr>
          <a:xfrm>
            <a:off x="714975" y="2350775"/>
            <a:ext cx="3114300" cy="864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17" name="Google Shape;417;p22"/>
          <p:cNvSpPr txBox="1"/>
          <p:nvPr>
            <p:ph idx="6" type="subTitle"/>
          </p:nvPr>
        </p:nvSpPr>
        <p:spPr>
          <a:xfrm>
            <a:off x="714975" y="3347700"/>
            <a:ext cx="3114300" cy="864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18" name="Google Shape;418;p22"/>
          <p:cNvGrpSpPr/>
          <p:nvPr/>
        </p:nvGrpSpPr>
        <p:grpSpPr>
          <a:xfrm>
            <a:off x="390439" y="425295"/>
            <a:ext cx="369304" cy="554077"/>
            <a:chOff x="3119125" y="3168075"/>
            <a:chExt cx="419425" cy="629275"/>
          </a:xfrm>
        </p:grpSpPr>
        <p:sp>
          <p:nvSpPr>
            <p:cNvPr id="419" name="Google Shape;419;p22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0" name="Google Shape;430;p22"/>
          <p:cNvGrpSpPr/>
          <p:nvPr/>
        </p:nvGrpSpPr>
        <p:grpSpPr>
          <a:xfrm flipH="1">
            <a:off x="8387850" y="-375"/>
            <a:ext cx="238275" cy="1531604"/>
            <a:chOff x="474950" y="-375"/>
            <a:chExt cx="238275" cy="940500"/>
          </a:xfrm>
        </p:grpSpPr>
        <p:cxnSp>
          <p:nvCxnSpPr>
            <p:cNvPr id="431" name="Google Shape;431;p2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" name="Google Shape;432;p2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433" name="Google Shape;433;p22"/>
          <p:cNvCxnSpPr/>
          <p:nvPr/>
        </p:nvCxnSpPr>
        <p:spPr>
          <a:xfrm>
            <a:off x="3314050" y="4608575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4" name="Google Shape;434;p22"/>
          <p:cNvGrpSpPr/>
          <p:nvPr/>
        </p:nvGrpSpPr>
        <p:grpSpPr>
          <a:xfrm>
            <a:off x="8301274" y="1619343"/>
            <a:ext cx="651756" cy="651514"/>
            <a:chOff x="2814625" y="1652725"/>
            <a:chExt cx="2428300" cy="2427400"/>
          </a:xfrm>
        </p:grpSpPr>
        <p:sp>
          <p:nvSpPr>
            <p:cNvPr id="435" name="Google Shape;435;p22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53" name="Google Shape;453;p22"/>
          <p:cNvCxnSpPr/>
          <p:nvPr/>
        </p:nvCxnSpPr>
        <p:spPr>
          <a:xfrm>
            <a:off x="352650" y="3166900"/>
            <a:ext cx="0" cy="2005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11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3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3"/>
          <p:cNvSpPr txBox="1"/>
          <p:nvPr>
            <p:ph type="title"/>
          </p:nvPr>
        </p:nvSpPr>
        <p:spPr>
          <a:xfrm>
            <a:off x="713225" y="484425"/>
            <a:ext cx="7717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58" name="Google Shape;458;p23"/>
          <p:cNvSpPr txBox="1"/>
          <p:nvPr>
            <p:ph idx="1" type="subTitle"/>
          </p:nvPr>
        </p:nvSpPr>
        <p:spPr>
          <a:xfrm>
            <a:off x="1987150" y="1821512"/>
            <a:ext cx="5340900" cy="3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59" name="Google Shape;459;p23"/>
          <p:cNvSpPr txBox="1"/>
          <p:nvPr>
            <p:ph idx="2" type="subTitle"/>
          </p:nvPr>
        </p:nvSpPr>
        <p:spPr>
          <a:xfrm>
            <a:off x="1987150" y="2902738"/>
            <a:ext cx="5340900" cy="3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0" name="Google Shape;460;p23"/>
          <p:cNvSpPr txBox="1"/>
          <p:nvPr>
            <p:ph idx="3" type="subTitle"/>
          </p:nvPr>
        </p:nvSpPr>
        <p:spPr>
          <a:xfrm>
            <a:off x="1987150" y="3983963"/>
            <a:ext cx="5340900" cy="384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61" name="Google Shape;461;p23"/>
          <p:cNvSpPr txBox="1"/>
          <p:nvPr>
            <p:ph idx="4" type="subTitle"/>
          </p:nvPr>
        </p:nvSpPr>
        <p:spPr>
          <a:xfrm>
            <a:off x="1987150" y="1362813"/>
            <a:ext cx="53409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2" name="Google Shape;462;p23"/>
          <p:cNvSpPr txBox="1"/>
          <p:nvPr>
            <p:ph idx="5" type="subTitle"/>
          </p:nvPr>
        </p:nvSpPr>
        <p:spPr>
          <a:xfrm>
            <a:off x="1987150" y="2444043"/>
            <a:ext cx="53409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63" name="Google Shape;463;p23"/>
          <p:cNvSpPr txBox="1"/>
          <p:nvPr>
            <p:ph idx="6" type="subTitle"/>
          </p:nvPr>
        </p:nvSpPr>
        <p:spPr>
          <a:xfrm>
            <a:off x="1987150" y="3525273"/>
            <a:ext cx="53409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464" name="Google Shape;464;p23"/>
          <p:cNvGrpSpPr/>
          <p:nvPr/>
        </p:nvGrpSpPr>
        <p:grpSpPr>
          <a:xfrm rot="10800000">
            <a:off x="223275" y="3795575"/>
            <a:ext cx="238275" cy="1347925"/>
            <a:chOff x="474950" y="-375"/>
            <a:chExt cx="238275" cy="940500"/>
          </a:xfrm>
        </p:grpSpPr>
        <p:cxnSp>
          <p:nvCxnSpPr>
            <p:cNvPr id="465" name="Google Shape;465;p23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" name="Google Shape;466;p23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7" name="Google Shape;467;p23"/>
          <p:cNvGrpSpPr/>
          <p:nvPr/>
        </p:nvGrpSpPr>
        <p:grpSpPr>
          <a:xfrm>
            <a:off x="343921" y="426045"/>
            <a:ext cx="369304" cy="554077"/>
            <a:chOff x="3119125" y="3168075"/>
            <a:chExt cx="419425" cy="629275"/>
          </a:xfrm>
        </p:grpSpPr>
        <p:sp>
          <p:nvSpPr>
            <p:cNvPr id="468" name="Google Shape;468;p23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4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24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83" name="Google Shape;483;p24"/>
          <p:cNvSpPr txBox="1"/>
          <p:nvPr>
            <p:ph idx="1" type="subTitle"/>
          </p:nvPr>
        </p:nvSpPr>
        <p:spPr>
          <a:xfrm>
            <a:off x="1031700" y="1061781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4" name="Google Shape;484;p24"/>
          <p:cNvSpPr txBox="1"/>
          <p:nvPr>
            <p:ph idx="2" type="subTitle"/>
          </p:nvPr>
        </p:nvSpPr>
        <p:spPr>
          <a:xfrm>
            <a:off x="1031700" y="1751138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5" name="Google Shape;485;p24"/>
          <p:cNvSpPr txBox="1"/>
          <p:nvPr>
            <p:ph idx="3" type="subTitle"/>
          </p:nvPr>
        </p:nvSpPr>
        <p:spPr>
          <a:xfrm>
            <a:off x="4800600" y="1751138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6" name="Google Shape;486;p24"/>
          <p:cNvSpPr txBox="1"/>
          <p:nvPr>
            <p:ph idx="4" type="subTitle"/>
          </p:nvPr>
        </p:nvSpPr>
        <p:spPr>
          <a:xfrm>
            <a:off x="1031700" y="3446525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7" name="Google Shape;487;p24"/>
          <p:cNvSpPr txBox="1"/>
          <p:nvPr>
            <p:ph idx="5" type="subTitle"/>
          </p:nvPr>
        </p:nvSpPr>
        <p:spPr>
          <a:xfrm>
            <a:off x="4800600" y="3446525"/>
            <a:ext cx="3311700" cy="926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88" name="Google Shape;488;p24"/>
          <p:cNvSpPr txBox="1"/>
          <p:nvPr>
            <p:ph idx="6" type="subTitle"/>
          </p:nvPr>
        </p:nvSpPr>
        <p:spPr>
          <a:xfrm>
            <a:off x="1031700" y="2757225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89" name="Google Shape;489;p24"/>
          <p:cNvSpPr txBox="1"/>
          <p:nvPr>
            <p:ph idx="7" type="subTitle"/>
          </p:nvPr>
        </p:nvSpPr>
        <p:spPr>
          <a:xfrm>
            <a:off x="4800600" y="1061781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90" name="Google Shape;490;p24"/>
          <p:cNvSpPr txBox="1"/>
          <p:nvPr>
            <p:ph idx="8" type="subTitle"/>
          </p:nvPr>
        </p:nvSpPr>
        <p:spPr>
          <a:xfrm>
            <a:off x="4800600" y="2757225"/>
            <a:ext cx="3311700" cy="748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491" name="Google Shape;491;p24"/>
          <p:cNvGrpSpPr/>
          <p:nvPr/>
        </p:nvGrpSpPr>
        <p:grpSpPr>
          <a:xfrm>
            <a:off x="390439" y="882495"/>
            <a:ext cx="369304" cy="554077"/>
            <a:chOff x="3119125" y="3168075"/>
            <a:chExt cx="419425" cy="629275"/>
          </a:xfrm>
        </p:grpSpPr>
        <p:sp>
          <p:nvSpPr>
            <p:cNvPr id="492" name="Google Shape;492;p24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4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4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4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4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4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4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4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4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4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4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03" name="Google Shape;503;p24"/>
          <p:cNvCxnSpPr/>
          <p:nvPr/>
        </p:nvCxnSpPr>
        <p:spPr>
          <a:xfrm>
            <a:off x="512725" y="3580750"/>
            <a:ext cx="0" cy="15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04" name="Google Shape;504;p24"/>
          <p:cNvGrpSpPr/>
          <p:nvPr/>
        </p:nvGrpSpPr>
        <p:grpSpPr>
          <a:xfrm flipH="1">
            <a:off x="8387850" y="-375"/>
            <a:ext cx="238275" cy="1531604"/>
            <a:chOff x="474950" y="-375"/>
            <a:chExt cx="238275" cy="940500"/>
          </a:xfrm>
        </p:grpSpPr>
        <p:cxnSp>
          <p:nvCxnSpPr>
            <p:cNvPr id="505" name="Google Shape;505;p24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24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07" name="Google Shape;507;p24"/>
          <p:cNvGrpSpPr/>
          <p:nvPr/>
        </p:nvGrpSpPr>
        <p:grpSpPr>
          <a:xfrm>
            <a:off x="186849" y="2795018"/>
            <a:ext cx="651756" cy="651514"/>
            <a:chOff x="2814625" y="1652725"/>
            <a:chExt cx="2428300" cy="2427400"/>
          </a:xfrm>
        </p:grpSpPr>
        <p:sp>
          <p:nvSpPr>
            <p:cNvPr id="508" name="Google Shape;508;p24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6" name="Google Shape;526;p24"/>
          <p:cNvGrpSpPr/>
          <p:nvPr/>
        </p:nvGrpSpPr>
        <p:grpSpPr>
          <a:xfrm flipH="1" rot="10800000">
            <a:off x="8402646" y="1610664"/>
            <a:ext cx="455742" cy="385444"/>
            <a:chOff x="4052875" y="1592600"/>
            <a:chExt cx="737925" cy="624200"/>
          </a:xfrm>
        </p:grpSpPr>
        <p:sp>
          <p:nvSpPr>
            <p:cNvPr id="527" name="Google Shape;527;p24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25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25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48" name="Google Shape;548;p25"/>
          <p:cNvSpPr txBox="1"/>
          <p:nvPr>
            <p:ph idx="1" type="subTitle"/>
          </p:nvPr>
        </p:nvSpPr>
        <p:spPr>
          <a:xfrm>
            <a:off x="713254" y="1511725"/>
            <a:ext cx="34254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9" name="Google Shape;549;p25"/>
          <p:cNvSpPr txBox="1"/>
          <p:nvPr>
            <p:ph idx="2" type="subTitle"/>
          </p:nvPr>
        </p:nvSpPr>
        <p:spPr>
          <a:xfrm>
            <a:off x="713404" y="2730750"/>
            <a:ext cx="34251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0" name="Google Shape;550;p25"/>
          <p:cNvSpPr txBox="1"/>
          <p:nvPr>
            <p:ph idx="3" type="subTitle"/>
          </p:nvPr>
        </p:nvSpPr>
        <p:spPr>
          <a:xfrm>
            <a:off x="5005046" y="2730750"/>
            <a:ext cx="3425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1" name="Google Shape;551;p25"/>
          <p:cNvSpPr txBox="1"/>
          <p:nvPr>
            <p:ph idx="4" type="subTitle"/>
          </p:nvPr>
        </p:nvSpPr>
        <p:spPr>
          <a:xfrm>
            <a:off x="5005046" y="1511725"/>
            <a:ext cx="3425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2" name="Google Shape;552;p25"/>
          <p:cNvSpPr txBox="1"/>
          <p:nvPr>
            <p:ph idx="5" type="subTitle"/>
          </p:nvPr>
        </p:nvSpPr>
        <p:spPr>
          <a:xfrm>
            <a:off x="713254" y="3949775"/>
            <a:ext cx="34254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3" name="Google Shape;553;p25"/>
          <p:cNvSpPr txBox="1"/>
          <p:nvPr>
            <p:ph idx="6" type="subTitle"/>
          </p:nvPr>
        </p:nvSpPr>
        <p:spPr>
          <a:xfrm>
            <a:off x="5005046" y="3949775"/>
            <a:ext cx="3425700" cy="658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54" name="Google Shape;554;p25"/>
          <p:cNvSpPr txBox="1"/>
          <p:nvPr>
            <p:ph idx="7" type="subTitle"/>
          </p:nvPr>
        </p:nvSpPr>
        <p:spPr>
          <a:xfrm>
            <a:off x="713254" y="1117050"/>
            <a:ext cx="3425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5" name="Google Shape;555;p25"/>
          <p:cNvSpPr txBox="1"/>
          <p:nvPr>
            <p:ph idx="8" type="subTitle"/>
          </p:nvPr>
        </p:nvSpPr>
        <p:spPr>
          <a:xfrm>
            <a:off x="713404" y="2335925"/>
            <a:ext cx="3425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6" name="Google Shape;556;p25"/>
          <p:cNvSpPr txBox="1"/>
          <p:nvPr>
            <p:ph idx="9" type="subTitle"/>
          </p:nvPr>
        </p:nvSpPr>
        <p:spPr>
          <a:xfrm>
            <a:off x="5005046" y="2335925"/>
            <a:ext cx="34257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7" name="Google Shape;557;p25"/>
          <p:cNvSpPr txBox="1"/>
          <p:nvPr>
            <p:ph idx="13" type="subTitle"/>
          </p:nvPr>
        </p:nvSpPr>
        <p:spPr>
          <a:xfrm>
            <a:off x="5005046" y="1117050"/>
            <a:ext cx="34257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8" name="Google Shape;558;p25"/>
          <p:cNvSpPr txBox="1"/>
          <p:nvPr>
            <p:ph idx="14" type="subTitle"/>
          </p:nvPr>
        </p:nvSpPr>
        <p:spPr>
          <a:xfrm>
            <a:off x="713254" y="3554800"/>
            <a:ext cx="3425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9" name="Google Shape;559;p25"/>
          <p:cNvSpPr txBox="1"/>
          <p:nvPr>
            <p:ph idx="15" type="subTitle"/>
          </p:nvPr>
        </p:nvSpPr>
        <p:spPr>
          <a:xfrm>
            <a:off x="5005196" y="3554800"/>
            <a:ext cx="34254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560" name="Google Shape;560;p25"/>
          <p:cNvCxnSpPr/>
          <p:nvPr/>
        </p:nvCxnSpPr>
        <p:spPr>
          <a:xfrm>
            <a:off x="368650" y="-375"/>
            <a:ext cx="0" cy="20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25"/>
          <p:cNvSpPr/>
          <p:nvPr/>
        </p:nvSpPr>
        <p:spPr>
          <a:xfrm>
            <a:off x="65300" y="21531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2" name="Google Shape;562;p25"/>
          <p:cNvCxnSpPr/>
          <p:nvPr/>
        </p:nvCxnSpPr>
        <p:spPr>
          <a:xfrm rot="10800000">
            <a:off x="4572000" y="4733100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2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26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6"/>
          <p:cNvSpPr txBox="1"/>
          <p:nvPr>
            <p:ph type="title"/>
          </p:nvPr>
        </p:nvSpPr>
        <p:spPr>
          <a:xfrm>
            <a:off x="2257350" y="767188"/>
            <a:ext cx="4629300" cy="9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567" name="Google Shape;567;p26"/>
          <p:cNvSpPr txBox="1"/>
          <p:nvPr>
            <p:ph idx="1" type="subTitle"/>
          </p:nvPr>
        </p:nvSpPr>
        <p:spPr>
          <a:xfrm>
            <a:off x="3051603" y="1608463"/>
            <a:ext cx="30408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68" name="Google Shape;568;p26"/>
          <p:cNvSpPr txBox="1"/>
          <p:nvPr/>
        </p:nvSpPr>
        <p:spPr>
          <a:xfrm>
            <a:off x="2683500" y="3429925"/>
            <a:ext cx="37770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CREDITS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000" u="sng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1000" u="sng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569" name="Google Shape;569;p26"/>
          <p:cNvGrpSpPr/>
          <p:nvPr/>
        </p:nvGrpSpPr>
        <p:grpSpPr>
          <a:xfrm flipH="1">
            <a:off x="8077225" y="-375"/>
            <a:ext cx="238275" cy="1513170"/>
            <a:chOff x="474950" y="-375"/>
            <a:chExt cx="238275" cy="940500"/>
          </a:xfrm>
        </p:grpSpPr>
        <p:cxnSp>
          <p:nvCxnSpPr>
            <p:cNvPr id="570" name="Google Shape;570;p2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72" name="Google Shape;572;p26"/>
          <p:cNvCxnSpPr/>
          <p:nvPr/>
        </p:nvCxnSpPr>
        <p:spPr>
          <a:xfrm>
            <a:off x="708100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73" name="Google Shape;573;p26"/>
          <p:cNvGrpSpPr/>
          <p:nvPr/>
        </p:nvGrpSpPr>
        <p:grpSpPr>
          <a:xfrm flipH="1" rot="10800000">
            <a:off x="8094496" y="1608476"/>
            <a:ext cx="455742" cy="385444"/>
            <a:chOff x="4052875" y="1592600"/>
            <a:chExt cx="737925" cy="624200"/>
          </a:xfrm>
        </p:grpSpPr>
        <p:sp>
          <p:nvSpPr>
            <p:cNvPr id="574" name="Google Shape;574;p26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6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6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6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6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6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26"/>
          <p:cNvSpPr/>
          <p:nvPr/>
        </p:nvSpPr>
        <p:spPr>
          <a:xfrm>
            <a:off x="403475" y="88844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3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27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5" name="Google Shape;595;p27"/>
          <p:cNvGrpSpPr/>
          <p:nvPr/>
        </p:nvGrpSpPr>
        <p:grpSpPr>
          <a:xfrm>
            <a:off x="627350" y="-375"/>
            <a:ext cx="238275" cy="1523704"/>
            <a:chOff x="474950" y="-375"/>
            <a:chExt cx="238275" cy="940500"/>
          </a:xfrm>
        </p:grpSpPr>
        <p:cxnSp>
          <p:nvCxnSpPr>
            <p:cNvPr id="596" name="Google Shape;596;p27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7" name="Google Shape;597;p27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598" name="Google Shape;598;p27"/>
          <p:cNvCxnSpPr/>
          <p:nvPr/>
        </p:nvCxnSpPr>
        <p:spPr>
          <a:xfrm>
            <a:off x="7790475" y="-375"/>
            <a:ext cx="0" cy="81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99" name="Google Shape;599;p27"/>
          <p:cNvGrpSpPr/>
          <p:nvPr/>
        </p:nvGrpSpPr>
        <p:grpSpPr>
          <a:xfrm>
            <a:off x="7464599" y="926493"/>
            <a:ext cx="651756" cy="651514"/>
            <a:chOff x="2814625" y="1652725"/>
            <a:chExt cx="2428300" cy="2427400"/>
          </a:xfrm>
        </p:grpSpPr>
        <p:sp>
          <p:nvSpPr>
            <p:cNvPr id="600" name="Google Shape;600;p27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7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7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7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7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7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7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8" name="Google Shape;618;p27"/>
          <p:cNvGrpSpPr/>
          <p:nvPr/>
        </p:nvGrpSpPr>
        <p:grpSpPr>
          <a:xfrm>
            <a:off x="789414" y="806295"/>
            <a:ext cx="369304" cy="554077"/>
            <a:chOff x="3119125" y="3168075"/>
            <a:chExt cx="419425" cy="629275"/>
          </a:xfrm>
        </p:grpSpPr>
        <p:sp>
          <p:nvSpPr>
            <p:cNvPr id="619" name="Google Shape;619;p27"/>
            <p:cNvSpPr/>
            <p:nvPr/>
          </p:nvSpPr>
          <p:spPr>
            <a:xfrm>
              <a:off x="3119125" y="3168075"/>
              <a:ext cx="419425" cy="629275"/>
            </a:xfrm>
            <a:custGeom>
              <a:rect b="b" l="l" r="r" t="t"/>
              <a:pathLst>
                <a:path extrusionOk="0" h="25171" w="16777">
                  <a:moveTo>
                    <a:pt x="2799" y="1"/>
                  </a:moveTo>
                  <a:lnTo>
                    <a:pt x="2799" y="2799"/>
                  </a:lnTo>
                  <a:lnTo>
                    <a:pt x="1" y="2799"/>
                  </a:lnTo>
                  <a:lnTo>
                    <a:pt x="1" y="22372"/>
                  </a:lnTo>
                  <a:lnTo>
                    <a:pt x="2799" y="22372"/>
                  </a:lnTo>
                  <a:lnTo>
                    <a:pt x="2799" y="25170"/>
                  </a:lnTo>
                  <a:lnTo>
                    <a:pt x="5597" y="25170"/>
                  </a:lnTo>
                  <a:lnTo>
                    <a:pt x="5597" y="22372"/>
                  </a:lnTo>
                  <a:lnTo>
                    <a:pt x="8395" y="22372"/>
                  </a:lnTo>
                  <a:lnTo>
                    <a:pt x="8395" y="19574"/>
                  </a:lnTo>
                  <a:lnTo>
                    <a:pt x="11181" y="19574"/>
                  </a:lnTo>
                  <a:lnTo>
                    <a:pt x="11181" y="16777"/>
                  </a:lnTo>
                  <a:lnTo>
                    <a:pt x="13979" y="16777"/>
                  </a:lnTo>
                  <a:lnTo>
                    <a:pt x="13979" y="13979"/>
                  </a:lnTo>
                  <a:lnTo>
                    <a:pt x="16777" y="13979"/>
                  </a:lnTo>
                  <a:lnTo>
                    <a:pt x="16777" y="11193"/>
                  </a:lnTo>
                  <a:lnTo>
                    <a:pt x="13979" y="11193"/>
                  </a:lnTo>
                  <a:lnTo>
                    <a:pt x="13979" y="8395"/>
                  </a:lnTo>
                  <a:lnTo>
                    <a:pt x="11181" y="8395"/>
                  </a:lnTo>
                  <a:lnTo>
                    <a:pt x="11181" y="5597"/>
                  </a:lnTo>
                  <a:lnTo>
                    <a:pt x="8395" y="5597"/>
                  </a:lnTo>
                  <a:lnTo>
                    <a:pt x="8395" y="2799"/>
                  </a:lnTo>
                  <a:lnTo>
                    <a:pt x="5597" y="2799"/>
                  </a:lnTo>
                  <a:lnTo>
                    <a:pt x="559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7"/>
            <p:cNvSpPr/>
            <p:nvPr/>
          </p:nvSpPr>
          <p:spPr>
            <a:xfrm>
              <a:off x="3468575" y="34478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7"/>
            <p:cNvSpPr/>
            <p:nvPr/>
          </p:nvSpPr>
          <p:spPr>
            <a:xfrm>
              <a:off x="3398625" y="33779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7"/>
            <p:cNvSpPr/>
            <p:nvPr/>
          </p:nvSpPr>
          <p:spPr>
            <a:xfrm>
              <a:off x="3398625" y="35172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7"/>
            <p:cNvSpPr/>
            <p:nvPr/>
          </p:nvSpPr>
          <p:spPr>
            <a:xfrm>
              <a:off x="3328975" y="35871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7"/>
            <p:cNvSpPr/>
            <p:nvPr/>
          </p:nvSpPr>
          <p:spPr>
            <a:xfrm>
              <a:off x="3259025" y="36574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7"/>
            <p:cNvSpPr/>
            <p:nvPr/>
          </p:nvSpPr>
          <p:spPr>
            <a:xfrm>
              <a:off x="3328975" y="33079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8" y="2799"/>
                  </a:lnTo>
                  <a:lnTo>
                    <a:pt x="2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7"/>
            <p:cNvSpPr/>
            <p:nvPr/>
          </p:nvSpPr>
          <p:spPr>
            <a:xfrm>
              <a:off x="3259025" y="323802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7"/>
            <p:cNvSpPr/>
            <p:nvPr/>
          </p:nvSpPr>
          <p:spPr>
            <a:xfrm>
              <a:off x="3189075" y="31680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1"/>
                  </a:moveTo>
                  <a:lnTo>
                    <a:pt x="1" y="2799"/>
                  </a:lnTo>
                  <a:lnTo>
                    <a:pt x="2799" y="2799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7"/>
            <p:cNvSpPr/>
            <p:nvPr/>
          </p:nvSpPr>
          <p:spPr>
            <a:xfrm>
              <a:off x="3189075" y="3727375"/>
              <a:ext cx="69975" cy="69975"/>
            </a:xfrm>
            <a:custGeom>
              <a:rect b="b" l="l" r="r" t="t"/>
              <a:pathLst>
                <a:path extrusionOk="0" h="2799" w="2799">
                  <a:moveTo>
                    <a:pt x="1" y="0"/>
                  </a:moveTo>
                  <a:lnTo>
                    <a:pt x="1" y="2798"/>
                  </a:lnTo>
                  <a:lnTo>
                    <a:pt x="2799" y="2798"/>
                  </a:lnTo>
                  <a:lnTo>
                    <a:pt x="2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7"/>
            <p:cNvSpPr/>
            <p:nvPr/>
          </p:nvSpPr>
          <p:spPr>
            <a:xfrm>
              <a:off x="3119125" y="3238025"/>
              <a:ext cx="69975" cy="489375"/>
            </a:xfrm>
            <a:custGeom>
              <a:rect b="b" l="l" r="r" t="t"/>
              <a:pathLst>
                <a:path extrusionOk="0" h="19575" w="2799">
                  <a:moveTo>
                    <a:pt x="1" y="1"/>
                  </a:moveTo>
                  <a:lnTo>
                    <a:pt x="1" y="19574"/>
                  </a:lnTo>
                  <a:lnTo>
                    <a:pt x="2799" y="1957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0" name="Google Shape;630;p27"/>
          <p:cNvGrpSpPr/>
          <p:nvPr/>
        </p:nvGrpSpPr>
        <p:grpSpPr>
          <a:xfrm flipH="1" rot="10800000">
            <a:off x="409871" y="1638626"/>
            <a:ext cx="455742" cy="385444"/>
            <a:chOff x="4052875" y="1592600"/>
            <a:chExt cx="737925" cy="624200"/>
          </a:xfrm>
        </p:grpSpPr>
        <p:sp>
          <p:nvSpPr>
            <p:cNvPr id="631" name="Google Shape;631;p27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7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7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7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7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7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7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7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7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7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8" name="Google Shape;648;p27"/>
          <p:cNvGrpSpPr/>
          <p:nvPr/>
        </p:nvGrpSpPr>
        <p:grpSpPr>
          <a:xfrm rot="10800000">
            <a:off x="7552200" y="3795575"/>
            <a:ext cx="238275" cy="1347925"/>
            <a:chOff x="474950" y="-375"/>
            <a:chExt cx="238275" cy="940500"/>
          </a:xfrm>
        </p:grpSpPr>
        <p:cxnSp>
          <p:nvCxnSpPr>
            <p:cNvPr id="649" name="Google Shape;649;p27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0" name="Google Shape;650;p27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3_1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Google Shape;652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3" name="Google Shape;653;p28"/>
          <p:cNvPicPr preferRelativeResize="0"/>
          <p:nvPr/>
        </p:nvPicPr>
        <p:blipFill>
          <a:blip r:embed="rId3">
            <a:alphaModFix amt="52999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54" name="Google Shape;654;p28"/>
          <p:cNvCxnSpPr/>
          <p:nvPr/>
        </p:nvCxnSpPr>
        <p:spPr>
          <a:xfrm>
            <a:off x="673450" y="-375"/>
            <a:ext cx="0" cy="206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55" name="Google Shape;655;p28"/>
          <p:cNvGrpSpPr/>
          <p:nvPr/>
        </p:nvGrpSpPr>
        <p:grpSpPr>
          <a:xfrm>
            <a:off x="347574" y="2162143"/>
            <a:ext cx="651756" cy="651514"/>
            <a:chOff x="2814625" y="1652725"/>
            <a:chExt cx="2428300" cy="2427400"/>
          </a:xfrm>
        </p:grpSpPr>
        <p:sp>
          <p:nvSpPr>
            <p:cNvPr id="656" name="Google Shape;656;p28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674" name="Google Shape;674;p28"/>
          <p:cNvCxnSpPr/>
          <p:nvPr/>
        </p:nvCxnSpPr>
        <p:spPr>
          <a:xfrm>
            <a:off x="7790475" y="-375"/>
            <a:ext cx="0" cy="114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5" name="Google Shape;675;p28"/>
          <p:cNvSpPr/>
          <p:nvPr/>
        </p:nvSpPr>
        <p:spPr>
          <a:xfrm>
            <a:off x="7485850" y="12098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65050" y="445025"/>
            <a:ext cx="777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ress Start 2P"/>
              <a:buNone/>
              <a:defRPr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65050" y="1152475"/>
            <a:ext cx="777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38.png"/><Relationship Id="rId5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14.png"/><Relationship Id="rId11" Type="http://schemas.openxmlformats.org/officeDocument/2006/relationships/image" Target="../media/image6.png"/><Relationship Id="rId10" Type="http://schemas.openxmlformats.org/officeDocument/2006/relationships/image" Target="../media/image11.png"/><Relationship Id="rId12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5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figma.com/file/CQBfTWEzJJGszkgHQzNDfy/site-projet?type=design&amp;node-id=0-1&amp;mode=design&amp;t=6p1VjNj9leu6eHFw-0" TargetMode="External"/><Relationship Id="rId4" Type="http://schemas.openxmlformats.org/officeDocument/2006/relationships/image" Target="../media/image31.png"/><Relationship Id="rId5" Type="http://schemas.openxmlformats.org/officeDocument/2006/relationships/image" Target="../media/image4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jpg"/><Relationship Id="rId4" Type="http://schemas.openxmlformats.org/officeDocument/2006/relationships/image" Target="../media/image37.jpg"/><Relationship Id="rId5" Type="http://schemas.openxmlformats.org/officeDocument/2006/relationships/image" Target="../media/image4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jpg"/><Relationship Id="rId4" Type="http://schemas.openxmlformats.org/officeDocument/2006/relationships/image" Target="../media/image4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2.jpg"/><Relationship Id="rId4" Type="http://schemas.openxmlformats.org/officeDocument/2006/relationships/image" Target="../media/image46.jpg"/><Relationship Id="rId5" Type="http://schemas.openxmlformats.org/officeDocument/2006/relationships/image" Target="../media/image4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jpg"/><Relationship Id="rId4" Type="http://schemas.openxmlformats.org/officeDocument/2006/relationships/image" Target="../media/image37.jpg"/><Relationship Id="rId5" Type="http://schemas.openxmlformats.org/officeDocument/2006/relationships/image" Target="../media/image4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jpg"/><Relationship Id="rId4" Type="http://schemas.openxmlformats.org/officeDocument/2006/relationships/image" Target="../media/image56.jpg"/><Relationship Id="rId5" Type="http://schemas.openxmlformats.org/officeDocument/2006/relationships/image" Target="../media/image5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jpg"/><Relationship Id="rId4" Type="http://schemas.openxmlformats.org/officeDocument/2006/relationships/image" Target="../media/image52.jpg"/><Relationship Id="rId5" Type="http://schemas.openxmlformats.org/officeDocument/2006/relationships/image" Target="../media/image5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jpg"/><Relationship Id="rId4" Type="http://schemas.openxmlformats.org/officeDocument/2006/relationships/image" Target="../media/image58.jpg"/><Relationship Id="rId5" Type="http://schemas.openxmlformats.org/officeDocument/2006/relationships/image" Target="../media/image5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drive.google.com/file/d/1DeUgh_zEOmKNsm_qNwytTahJUbmKZTp0/view" TargetMode="External"/><Relationship Id="rId4" Type="http://schemas.openxmlformats.org/officeDocument/2006/relationships/image" Target="../media/image4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7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png"/><Relationship Id="rId4" Type="http://schemas.openxmlformats.org/officeDocument/2006/relationships/image" Target="../media/image60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5.jpg"/><Relationship Id="rId4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realpython.com/lessons/your-development-environment/" TargetMode="External"/><Relationship Id="rId4" Type="http://schemas.openxmlformats.org/officeDocument/2006/relationships/hyperlink" Target="https://www.digitalocean.com/community/tutorials/how-to-make-a-web-application-using-flask-in-python-3" TargetMode="External"/><Relationship Id="rId5" Type="http://schemas.openxmlformats.org/officeDocument/2006/relationships/hyperlink" Target="https://youtu.be/X7KAEyRVhEk?si=KfvNXxRMaxjHiBnw" TargetMode="External"/><Relationship Id="rId6" Type="http://schemas.openxmlformats.org/officeDocument/2006/relationships/hyperlink" Target="https://www.dafont.com/fr/retro-gaming.fo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9"/>
          <p:cNvSpPr txBox="1"/>
          <p:nvPr>
            <p:ph type="ctrTitle"/>
          </p:nvPr>
        </p:nvSpPr>
        <p:spPr>
          <a:xfrm>
            <a:off x="1142550" y="1485725"/>
            <a:ext cx="6858900" cy="161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D6DFF"/>
                </a:solidFill>
              </a:rPr>
              <a:t>UFO-CATC</a:t>
            </a:r>
            <a:r>
              <a:rPr lang="en">
                <a:solidFill>
                  <a:srgbClr val="BD6DFF"/>
                </a:solidFill>
              </a:rPr>
              <a:t>H</a:t>
            </a:r>
            <a:r>
              <a:rPr lang="en">
                <a:solidFill>
                  <a:srgbClr val="BD6DFF"/>
                </a:solidFill>
              </a:rPr>
              <a:t>ER</a:t>
            </a:r>
            <a:endParaRPr>
              <a:solidFill>
                <a:srgbClr val="BD6D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mo Medium"/>
                <a:ea typeface="Arimo Medium"/>
                <a:cs typeface="Arimo Medium"/>
                <a:sym typeface="Arimo Medium"/>
              </a:rPr>
              <a:t>LU1IN021 - S1-23</a:t>
            </a:r>
            <a:endParaRPr sz="1500">
              <a:latin typeface="Arimo Medium"/>
              <a:ea typeface="Arimo Medium"/>
              <a:cs typeface="Arimo Medium"/>
              <a:sym typeface="Arimo Medium"/>
            </a:endParaRPr>
          </a:p>
        </p:txBody>
      </p:sp>
      <p:sp>
        <p:nvSpPr>
          <p:cNvPr id="681" name="Google Shape;681;p29"/>
          <p:cNvSpPr txBox="1"/>
          <p:nvPr>
            <p:ph idx="1" type="subTitle"/>
          </p:nvPr>
        </p:nvSpPr>
        <p:spPr>
          <a:xfrm>
            <a:off x="1142550" y="3007925"/>
            <a:ext cx="68589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0202"/>
              </a:buClr>
              <a:buSzPts val="1100"/>
              <a:buFont typeface="Arial"/>
              <a:buNone/>
            </a:pPr>
            <a:r>
              <a:rPr lang="en"/>
              <a:t>Groupe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00202"/>
              </a:buClr>
              <a:buSzPts val="1100"/>
              <a:buFont typeface="Arial"/>
              <a:buNone/>
            </a:pPr>
            <a:r>
              <a:rPr lang="en"/>
              <a:t>Lisa LARIVE - Joelly HUIN - Sylvie ZHANG</a:t>
            </a:r>
            <a:endParaRPr/>
          </a:p>
        </p:txBody>
      </p:sp>
      <p:sp>
        <p:nvSpPr>
          <p:cNvPr id="682" name="Google Shape;682;p29"/>
          <p:cNvSpPr/>
          <p:nvPr/>
        </p:nvSpPr>
        <p:spPr>
          <a:xfrm>
            <a:off x="4393738" y="583600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9"/>
          <p:cNvSpPr/>
          <p:nvPr/>
        </p:nvSpPr>
        <p:spPr>
          <a:xfrm>
            <a:off x="4207974" y="4153488"/>
            <a:ext cx="728045" cy="662104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684" name="Google Shape;684;p29"/>
          <p:cNvGrpSpPr/>
          <p:nvPr/>
        </p:nvGrpSpPr>
        <p:grpSpPr>
          <a:xfrm rot="10800000">
            <a:off x="7774725" y="3795575"/>
            <a:ext cx="238275" cy="1347925"/>
            <a:chOff x="474950" y="-375"/>
            <a:chExt cx="238275" cy="940500"/>
          </a:xfrm>
        </p:grpSpPr>
        <p:cxnSp>
          <p:nvCxnSpPr>
            <p:cNvPr id="685" name="Google Shape;685;p29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6" name="Google Shape;686;p29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87" name="Google Shape;687;p29"/>
          <p:cNvGrpSpPr/>
          <p:nvPr/>
        </p:nvGrpSpPr>
        <p:grpSpPr>
          <a:xfrm>
            <a:off x="7784696" y="3295589"/>
            <a:ext cx="455742" cy="385443"/>
            <a:chOff x="4052875" y="1592600"/>
            <a:chExt cx="737925" cy="624200"/>
          </a:xfrm>
        </p:grpSpPr>
        <p:sp>
          <p:nvSpPr>
            <p:cNvPr id="688" name="Google Shape;688;p29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05" name="Google Shape;705;p29"/>
          <p:cNvCxnSpPr/>
          <p:nvPr/>
        </p:nvCxnSpPr>
        <p:spPr>
          <a:xfrm>
            <a:off x="2176325" y="4426175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06" name="Google Shape;706;p29"/>
          <p:cNvGrpSpPr/>
          <p:nvPr/>
        </p:nvGrpSpPr>
        <p:grpSpPr>
          <a:xfrm>
            <a:off x="1617778" y="350204"/>
            <a:ext cx="728004" cy="727735"/>
            <a:chOff x="2814625" y="1652725"/>
            <a:chExt cx="2428300" cy="2427400"/>
          </a:xfrm>
        </p:grpSpPr>
        <p:sp>
          <p:nvSpPr>
            <p:cNvPr id="707" name="Google Shape;707;p29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5" name="Google Shape;725;p29"/>
          <p:cNvSpPr txBox="1"/>
          <p:nvPr>
            <p:ph type="ctrTitle"/>
          </p:nvPr>
        </p:nvSpPr>
        <p:spPr>
          <a:xfrm>
            <a:off x="52075" y="3573150"/>
            <a:ext cx="1565700" cy="14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</a:t>
            </a:r>
            <a:endParaRPr/>
          </a:p>
        </p:txBody>
      </p:sp>
      <p:pic>
        <p:nvPicPr>
          <p:cNvPr id="726" name="Google Shape;7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81075" y="796012"/>
            <a:ext cx="2077028" cy="8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7" name="Google Shape;7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5800" y="3811275"/>
            <a:ext cx="1378514" cy="119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0"/>
          <p:cNvSpPr txBox="1"/>
          <p:nvPr>
            <p:ph type="title"/>
          </p:nvPr>
        </p:nvSpPr>
        <p:spPr>
          <a:xfrm>
            <a:off x="600600" y="484425"/>
            <a:ext cx="7942800" cy="152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Comment utiliser la technologie pour rendre </a:t>
            </a:r>
            <a:endParaRPr sz="2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les jeux d’arcade plus interactifs et victorieux ?</a:t>
            </a:r>
            <a:endParaRPr sz="2000"/>
          </a:p>
        </p:txBody>
      </p:sp>
      <p:sp>
        <p:nvSpPr>
          <p:cNvPr id="733" name="Google Shape;733;p30"/>
          <p:cNvSpPr/>
          <p:nvPr/>
        </p:nvSpPr>
        <p:spPr>
          <a:xfrm>
            <a:off x="807700" y="2141111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4" name="Google Shape;734;p30"/>
          <p:cNvGrpSpPr/>
          <p:nvPr/>
        </p:nvGrpSpPr>
        <p:grpSpPr>
          <a:xfrm>
            <a:off x="807692" y="2736989"/>
            <a:ext cx="2143587" cy="2112825"/>
            <a:chOff x="4554675" y="2907300"/>
            <a:chExt cx="772575" cy="829600"/>
          </a:xfrm>
        </p:grpSpPr>
        <p:sp>
          <p:nvSpPr>
            <p:cNvPr id="735" name="Google Shape;735;p30"/>
            <p:cNvSpPr/>
            <p:nvPr/>
          </p:nvSpPr>
          <p:spPr>
            <a:xfrm>
              <a:off x="4554675" y="2907300"/>
              <a:ext cx="772575" cy="829600"/>
            </a:xfrm>
            <a:custGeom>
              <a:rect b="b" l="l" r="r" t="t"/>
              <a:pathLst>
                <a:path extrusionOk="0" h="33184" w="30903">
                  <a:moveTo>
                    <a:pt x="15765" y="0"/>
                  </a:moveTo>
                  <a:cubicBezTo>
                    <a:pt x="10126" y="0"/>
                    <a:pt x="4762" y="3284"/>
                    <a:pt x="2256" y="8321"/>
                  </a:cubicBezTo>
                  <a:cubicBezTo>
                    <a:pt x="0" y="12883"/>
                    <a:pt x="602" y="17971"/>
                    <a:pt x="602" y="22883"/>
                  </a:cubicBezTo>
                  <a:lnTo>
                    <a:pt x="602" y="32181"/>
                  </a:lnTo>
                  <a:cubicBezTo>
                    <a:pt x="602" y="32733"/>
                    <a:pt x="1053" y="33184"/>
                    <a:pt x="1579" y="33184"/>
                  </a:cubicBezTo>
                  <a:lnTo>
                    <a:pt x="29925" y="33184"/>
                  </a:lnTo>
                  <a:cubicBezTo>
                    <a:pt x="30451" y="33184"/>
                    <a:pt x="30903" y="32733"/>
                    <a:pt x="30903" y="32181"/>
                  </a:cubicBezTo>
                  <a:lnTo>
                    <a:pt x="30903" y="29600"/>
                  </a:lnTo>
                  <a:lnTo>
                    <a:pt x="30903" y="18196"/>
                  </a:lnTo>
                  <a:cubicBezTo>
                    <a:pt x="30903" y="13184"/>
                    <a:pt x="30351" y="8697"/>
                    <a:pt x="26817" y="4813"/>
                  </a:cubicBezTo>
                  <a:cubicBezTo>
                    <a:pt x="26767" y="4762"/>
                    <a:pt x="26717" y="4712"/>
                    <a:pt x="26667" y="4662"/>
                  </a:cubicBezTo>
                  <a:cubicBezTo>
                    <a:pt x="26592" y="4587"/>
                    <a:pt x="26542" y="4512"/>
                    <a:pt x="26466" y="4462"/>
                  </a:cubicBezTo>
                  <a:cubicBezTo>
                    <a:pt x="23609" y="1579"/>
                    <a:pt x="19800" y="0"/>
                    <a:pt x="15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rotWithShape="0" algn="bl" dir="2820000" dist="66675">
                <a:schemeClr val="accent5">
                  <a:alpha val="19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0"/>
            <p:cNvSpPr/>
            <p:nvPr/>
          </p:nvSpPr>
          <p:spPr>
            <a:xfrm>
              <a:off x="4596025" y="2932375"/>
              <a:ext cx="708050" cy="779475"/>
            </a:xfrm>
            <a:custGeom>
              <a:rect b="b" l="l" r="r" t="t"/>
              <a:pathLst>
                <a:path extrusionOk="0" h="31179" w="28322">
                  <a:moveTo>
                    <a:pt x="14161" y="0"/>
                  </a:moveTo>
                  <a:cubicBezTo>
                    <a:pt x="8898" y="0"/>
                    <a:pt x="4311" y="2882"/>
                    <a:pt x="1855" y="7143"/>
                  </a:cubicBezTo>
                  <a:cubicBezTo>
                    <a:pt x="1354" y="8020"/>
                    <a:pt x="953" y="8972"/>
                    <a:pt x="627" y="9975"/>
                  </a:cubicBezTo>
                  <a:cubicBezTo>
                    <a:pt x="577" y="10150"/>
                    <a:pt x="527" y="10301"/>
                    <a:pt x="502" y="10476"/>
                  </a:cubicBezTo>
                  <a:cubicBezTo>
                    <a:pt x="226" y="11429"/>
                    <a:pt x="75" y="12431"/>
                    <a:pt x="25" y="13459"/>
                  </a:cubicBezTo>
                  <a:cubicBezTo>
                    <a:pt x="0" y="13684"/>
                    <a:pt x="0" y="13935"/>
                    <a:pt x="0" y="14160"/>
                  </a:cubicBezTo>
                  <a:lnTo>
                    <a:pt x="0" y="31178"/>
                  </a:lnTo>
                  <a:lnTo>
                    <a:pt x="28321" y="31178"/>
                  </a:lnTo>
                  <a:lnTo>
                    <a:pt x="28321" y="14160"/>
                  </a:lnTo>
                  <a:cubicBezTo>
                    <a:pt x="28321" y="14035"/>
                    <a:pt x="28321" y="13910"/>
                    <a:pt x="28321" y="13785"/>
                  </a:cubicBezTo>
                  <a:cubicBezTo>
                    <a:pt x="28321" y="13584"/>
                    <a:pt x="28321" y="13358"/>
                    <a:pt x="28296" y="13158"/>
                  </a:cubicBezTo>
                  <a:cubicBezTo>
                    <a:pt x="28296" y="13108"/>
                    <a:pt x="28296" y="13033"/>
                    <a:pt x="28271" y="12983"/>
                  </a:cubicBezTo>
                  <a:cubicBezTo>
                    <a:pt x="28271" y="12907"/>
                    <a:pt x="28271" y="12832"/>
                    <a:pt x="28271" y="12782"/>
                  </a:cubicBezTo>
                  <a:cubicBezTo>
                    <a:pt x="28246" y="12707"/>
                    <a:pt x="28246" y="12657"/>
                    <a:pt x="28246" y="12582"/>
                  </a:cubicBezTo>
                  <a:cubicBezTo>
                    <a:pt x="28246" y="12506"/>
                    <a:pt x="28221" y="12406"/>
                    <a:pt x="28221" y="12331"/>
                  </a:cubicBezTo>
                  <a:cubicBezTo>
                    <a:pt x="28196" y="12231"/>
                    <a:pt x="28196" y="12155"/>
                    <a:pt x="28171" y="12080"/>
                  </a:cubicBezTo>
                  <a:cubicBezTo>
                    <a:pt x="28171" y="12030"/>
                    <a:pt x="28171" y="12005"/>
                    <a:pt x="28171" y="11955"/>
                  </a:cubicBezTo>
                  <a:cubicBezTo>
                    <a:pt x="28146" y="11930"/>
                    <a:pt x="28146" y="11905"/>
                    <a:pt x="28146" y="11905"/>
                  </a:cubicBezTo>
                  <a:cubicBezTo>
                    <a:pt x="28146" y="11880"/>
                    <a:pt x="28146" y="11880"/>
                    <a:pt x="28146" y="11880"/>
                  </a:cubicBezTo>
                  <a:cubicBezTo>
                    <a:pt x="28121" y="11780"/>
                    <a:pt x="28121" y="11679"/>
                    <a:pt x="28096" y="11579"/>
                  </a:cubicBezTo>
                  <a:cubicBezTo>
                    <a:pt x="28096" y="11554"/>
                    <a:pt x="28096" y="11529"/>
                    <a:pt x="28071" y="11529"/>
                  </a:cubicBezTo>
                  <a:cubicBezTo>
                    <a:pt x="28071" y="11479"/>
                    <a:pt x="28071" y="11429"/>
                    <a:pt x="28046" y="11379"/>
                  </a:cubicBezTo>
                  <a:cubicBezTo>
                    <a:pt x="28046" y="11303"/>
                    <a:pt x="28020" y="11253"/>
                    <a:pt x="28020" y="11178"/>
                  </a:cubicBezTo>
                  <a:cubicBezTo>
                    <a:pt x="27970" y="11028"/>
                    <a:pt x="27945" y="10852"/>
                    <a:pt x="27895" y="10677"/>
                  </a:cubicBezTo>
                  <a:cubicBezTo>
                    <a:pt x="27870" y="10602"/>
                    <a:pt x="27845" y="10526"/>
                    <a:pt x="27845" y="10426"/>
                  </a:cubicBezTo>
                  <a:cubicBezTo>
                    <a:pt x="27820" y="10351"/>
                    <a:pt x="27795" y="10276"/>
                    <a:pt x="27770" y="10201"/>
                  </a:cubicBezTo>
                  <a:cubicBezTo>
                    <a:pt x="27745" y="10125"/>
                    <a:pt x="27720" y="10025"/>
                    <a:pt x="27695" y="9925"/>
                  </a:cubicBezTo>
                  <a:cubicBezTo>
                    <a:pt x="27645" y="9825"/>
                    <a:pt x="27619" y="9724"/>
                    <a:pt x="27594" y="9624"/>
                  </a:cubicBezTo>
                  <a:cubicBezTo>
                    <a:pt x="27569" y="9549"/>
                    <a:pt x="27519" y="9449"/>
                    <a:pt x="27494" y="9373"/>
                  </a:cubicBezTo>
                  <a:cubicBezTo>
                    <a:pt x="27494" y="9323"/>
                    <a:pt x="27469" y="9273"/>
                    <a:pt x="27444" y="9223"/>
                  </a:cubicBezTo>
                  <a:cubicBezTo>
                    <a:pt x="27394" y="9048"/>
                    <a:pt x="27319" y="8897"/>
                    <a:pt x="27244" y="8722"/>
                  </a:cubicBezTo>
                  <a:cubicBezTo>
                    <a:pt x="27218" y="8647"/>
                    <a:pt x="27193" y="8571"/>
                    <a:pt x="27143" y="8496"/>
                  </a:cubicBezTo>
                  <a:cubicBezTo>
                    <a:pt x="27043" y="8271"/>
                    <a:pt x="26943" y="8045"/>
                    <a:pt x="26817" y="7820"/>
                  </a:cubicBezTo>
                  <a:cubicBezTo>
                    <a:pt x="26792" y="7744"/>
                    <a:pt x="26742" y="7669"/>
                    <a:pt x="26717" y="7594"/>
                  </a:cubicBezTo>
                  <a:cubicBezTo>
                    <a:pt x="26667" y="7519"/>
                    <a:pt x="26642" y="7444"/>
                    <a:pt x="26592" y="7368"/>
                  </a:cubicBezTo>
                  <a:cubicBezTo>
                    <a:pt x="26517" y="7218"/>
                    <a:pt x="26416" y="7068"/>
                    <a:pt x="26341" y="6917"/>
                  </a:cubicBezTo>
                  <a:cubicBezTo>
                    <a:pt x="26316" y="6867"/>
                    <a:pt x="26266" y="6817"/>
                    <a:pt x="26241" y="6742"/>
                  </a:cubicBezTo>
                  <a:cubicBezTo>
                    <a:pt x="26116" y="6566"/>
                    <a:pt x="25990" y="6366"/>
                    <a:pt x="25865" y="6165"/>
                  </a:cubicBezTo>
                  <a:cubicBezTo>
                    <a:pt x="25815" y="6115"/>
                    <a:pt x="25790" y="6040"/>
                    <a:pt x="25740" y="5990"/>
                  </a:cubicBezTo>
                  <a:cubicBezTo>
                    <a:pt x="25614" y="5815"/>
                    <a:pt x="25489" y="5639"/>
                    <a:pt x="25339" y="5464"/>
                  </a:cubicBezTo>
                  <a:cubicBezTo>
                    <a:pt x="25314" y="5414"/>
                    <a:pt x="25264" y="5363"/>
                    <a:pt x="25239" y="5313"/>
                  </a:cubicBezTo>
                  <a:cubicBezTo>
                    <a:pt x="25013" y="5038"/>
                    <a:pt x="24762" y="4762"/>
                    <a:pt x="24512" y="4486"/>
                  </a:cubicBezTo>
                  <a:cubicBezTo>
                    <a:pt x="24462" y="4436"/>
                    <a:pt x="24411" y="4386"/>
                    <a:pt x="24361" y="4336"/>
                  </a:cubicBezTo>
                  <a:cubicBezTo>
                    <a:pt x="24311" y="4286"/>
                    <a:pt x="24236" y="4211"/>
                    <a:pt x="24186" y="4135"/>
                  </a:cubicBezTo>
                  <a:cubicBezTo>
                    <a:pt x="21629" y="1579"/>
                    <a:pt x="18071" y="0"/>
                    <a:pt x="141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0"/>
            <p:cNvSpPr/>
            <p:nvPr/>
          </p:nvSpPr>
          <p:spPr>
            <a:xfrm>
              <a:off x="5238250" y="3074600"/>
              <a:ext cx="1900" cy="1275"/>
            </a:xfrm>
            <a:custGeom>
              <a:rect b="b" l="l" r="r" t="t"/>
              <a:pathLst>
                <a:path extrusionOk="0" h="51" w="76">
                  <a:moveTo>
                    <a:pt x="1" y="0"/>
                  </a:moveTo>
                  <a:cubicBezTo>
                    <a:pt x="9" y="0"/>
                    <a:pt x="17" y="3"/>
                    <a:pt x="25" y="7"/>
                  </a:cubicBezTo>
                  <a:lnTo>
                    <a:pt x="25" y="7"/>
                  </a:lnTo>
                  <a:cubicBezTo>
                    <a:pt x="23" y="0"/>
                    <a:pt x="17" y="0"/>
                    <a:pt x="1" y="0"/>
                  </a:cubicBezTo>
                  <a:close/>
                  <a:moveTo>
                    <a:pt x="25" y="7"/>
                  </a:moveTo>
                  <a:cubicBezTo>
                    <a:pt x="26" y="11"/>
                    <a:pt x="26" y="17"/>
                    <a:pt x="26" y="25"/>
                  </a:cubicBezTo>
                  <a:cubicBezTo>
                    <a:pt x="51" y="25"/>
                    <a:pt x="51" y="25"/>
                    <a:pt x="76" y="50"/>
                  </a:cubicBezTo>
                  <a:lnTo>
                    <a:pt x="76" y="50"/>
                  </a:lnTo>
                  <a:cubicBezTo>
                    <a:pt x="59" y="33"/>
                    <a:pt x="42" y="16"/>
                    <a:pt x="25" y="7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0"/>
            <p:cNvSpPr/>
            <p:nvPr/>
          </p:nvSpPr>
          <p:spPr>
            <a:xfrm>
              <a:off x="5140500" y="3180250"/>
              <a:ext cx="21975" cy="38725"/>
            </a:xfrm>
            <a:custGeom>
              <a:rect b="b" l="l" r="r" t="t"/>
              <a:pathLst>
                <a:path extrusionOk="0" h="1549" w="879">
                  <a:moveTo>
                    <a:pt x="157" y="0"/>
                  </a:moveTo>
                  <a:cubicBezTo>
                    <a:pt x="139" y="0"/>
                    <a:pt x="120" y="4"/>
                    <a:pt x="101" y="10"/>
                  </a:cubicBezTo>
                  <a:cubicBezTo>
                    <a:pt x="26" y="35"/>
                    <a:pt x="1" y="110"/>
                    <a:pt x="26" y="185"/>
                  </a:cubicBezTo>
                  <a:lnTo>
                    <a:pt x="577" y="1464"/>
                  </a:lnTo>
                  <a:cubicBezTo>
                    <a:pt x="596" y="1520"/>
                    <a:pt x="657" y="1548"/>
                    <a:pt x="708" y="1548"/>
                  </a:cubicBezTo>
                  <a:cubicBezTo>
                    <a:pt x="725" y="1548"/>
                    <a:pt x="740" y="1545"/>
                    <a:pt x="753" y="1539"/>
                  </a:cubicBezTo>
                  <a:cubicBezTo>
                    <a:pt x="828" y="1489"/>
                    <a:pt x="878" y="1413"/>
                    <a:pt x="828" y="1338"/>
                  </a:cubicBezTo>
                  <a:lnTo>
                    <a:pt x="302" y="85"/>
                  </a:lnTo>
                  <a:cubicBezTo>
                    <a:pt x="264" y="29"/>
                    <a:pt x="212" y="0"/>
                    <a:pt x="157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0"/>
            <p:cNvSpPr/>
            <p:nvPr/>
          </p:nvSpPr>
          <p:spPr>
            <a:xfrm>
              <a:off x="5195025" y="3162425"/>
              <a:ext cx="21950" cy="38650"/>
            </a:xfrm>
            <a:custGeom>
              <a:rect b="b" l="l" r="r" t="t"/>
              <a:pathLst>
                <a:path extrusionOk="0" h="1546" w="878">
                  <a:moveTo>
                    <a:pt x="163" y="1"/>
                  </a:moveTo>
                  <a:cubicBezTo>
                    <a:pt x="143" y="1"/>
                    <a:pt x="122" y="7"/>
                    <a:pt x="101" y="21"/>
                  </a:cubicBezTo>
                  <a:cubicBezTo>
                    <a:pt x="50" y="46"/>
                    <a:pt x="0" y="121"/>
                    <a:pt x="25" y="197"/>
                  </a:cubicBezTo>
                  <a:lnTo>
                    <a:pt x="577" y="1450"/>
                  </a:lnTo>
                  <a:cubicBezTo>
                    <a:pt x="613" y="1504"/>
                    <a:pt x="662" y="1545"/>
                    <a:pt x="715" y="1545"/>
                  </a:cubicBezTo>
                  <a:cubicBezTo>
                    <a:pt x="735" y="1545"/>
                    <a:pt x="756" y="1539"/>
                    <a:pt x="777" y="1525"/>
                  </a:cubicBezTo>
                  <a:cubicBezTo>
                    <a:pt x="827" y="1500"/>
                    <a:pt x="878" y="1425"/>
                    <a:pt x="827" y="1349"/>
                  </a:cubicBezTo>
                  <a:lnTo>
                    <a:pt x="301" y="96"/>
                  </a:lnTo>
                  <a:cubicBezTo>
                    <a:pt x="265" y="42"/>
                    <a:pt x="216" y="1"/>
                    <a:pt x="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0"/>
            <p:cNvSpPr/>
            <p:nvPr/>
          </p:nvSpPr>
          <p:spPr>
            <a:xfrm>
              <a:off x="5161800" y="3110075"/>
              <a:ext cx="20075" cy="39275"/>
            </a:xfrm>
            <a:custGeom>
              <a:rect b="b" l="l" r="r" t="t"/>
              <a:pathLst>
                <a:path extrusionOk="0" h="1571" w="803">
                  <a:moveTo>
                    <a:pt x="647" y="0"/>
                  </a:moveTo>
                  <a:cubicBezTo>
                    <a:pt x="593" y="0"/>
                    <a:pt x="546" y="29"/>
                    <a:pt x="527" y="85"/>
                  </a:cubicBezTo>
                  <a:lnTo>
                    <a:pt x="26" y="1363"/>
                  </a:lnTo>
                  <a:cubicBezTo>
                    <a:pt x="1" y="1438"/>
                    <a:pt x="51" y="1514"/>
                    <a:pt x="126" y="1564"/>
                  </a:cubicBezTo>
                  <a:cubicBezTo>
                    <a:pt x="140" y="1568"/>
                    <a:pt x="153" y="1570"/>
                    <a:pt x="166" y="1570"/>
                  </a:cubicBezTo>
                  <a:cubicBezTo>
                    <a:pt x="227" y="1570"/>
                    <a:pt x="281" y="1525"/>
                    <a:pt x="302" y="1463"/>
                  </a:cubicBezTo>
                  <a:lnTo>
                    <a:pt x="778" y="185"/>
                  </a:lnTo>
                  <a:cubicBezTo>
                    <a:pt x="803" y="110"/>
                    <a:pt x="778" y="35"/>
                    <a:pt x="703" y="10"/>
                  </a:cubicBezTo>
                  <a:cubicBezTo>
                    <a:pt x="684" y="4"/>
                    <a:pt x="665" y="0"/>
                    <a:pt x="647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0"/>
            <p:cNvSpPr/>
            <p:nvPr/>
          </p:nvSpPr>
          <p:spPr>
            <a:xfrm>
              <a:off x="5246400" y="3145800"/>
              <a:ext cx="19450" cy="39250"/>
            </a:xfrm>
            <a:custGeom>
              <a:rect b="b" l="l" r="r" t="t"/>
              <a:pathLst>
                <a:path extrusionOk="0" h="1570" w="778">
                  <a:moveTo>
                    <a:pt x="622" y="0"/>
                  </a:moveTo>
                  <a:cubicBezTo>
                    <a:pt x="568" y="0"/>
                    <a:pt x="521" y="28"/>
                    <a:pt x="502" y="85"/>
                  </a:cubicBezTo>
                  <a:lnTo>
                    <a:pt x="26" y="1388"/>
                  </a:lnTo>
                  <a:cubicBezTo>
                    <a:pt x="0" y="1463"/>
                    <a:pt x="26" y="1538"/>
                    <a:pt x="101" y="1563"/>
                  </a:cubicBezTo>
                  <a:cubicBezTo>
                    <a:pt x="115" y="1568"/>
                    <a:pt x="128" y="1570"/>
                    <a:pt x="142" y="1570"/>
                  </a:cubicBezTo>
                  <a:cubicBezTo>
                    <a:pt x="202" y="1570"/>
                    <a:pt x="256" y="1529"/>
                    <a:pt x="276" y="1488"/>
                  </a:cubicBezTo>
                  <a:lnTo>
                    <a:pt x="752" y="185"/>
                  </a:lnTo>
                  <a:cubicBezTo>
                    <a:pt x="777" y="110"/>
                    <a:pt x="752" y="34"/>
                    <a:pt x="677" y="9"/>
                  </a:cubicBezTo>
                  <a:cubicBezTo>
                    <a:pt x="658" y="3"/>
                    <a:pt x="640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0"/>
            <p:cNvSpPr/>
            <p:nvPr/>
          </p:nvSpPr>
          <p:spPr>
            <a:xfrm>
              <a:off x="5254550" y="3255500"/>
              <a:ext cx="19450" cy="39275"/>
            </a:xfrm>
            <a:custGeom>
              <a:rect b="b" l="l" r="r" t="t"/>
              <a:pathLst>
                <a:path extrusionOk="0" h="1571" w="778">
                  <a:moveTo>
                    <a:pt x="636" y="1"/>
                  </a:moveTo>
                  <a:cubicBezTo>
                    <a:pt x="576" y="1"/>
                    <a:pt x="522" y="42"/>
                    <a:pt x="502" y="83"/>
                  </a:cubicBezTo>
                  <a:lnTo>
                    <a:pt x="25" y="1386"/>
                  </a:lnTo>
                  <a:cubicBezTo>
                    <a:pt x="0" y="1461"/>
                    <a:pt x="25" y="1536"/>
                    <a:pt x="101" y="1561"/>
                  </a:cubicBezTo>
                  <a:cubicBezTo>
                    <a:pt x="119" y="1568"/>
                    <a:pt x="138" y="1571"/>
                    <a:pt x="156" y="1571"/>
                  </a:cubicBezTo>
                  <a:cubicBezTo>
                    <a:pt x="210" y="1571"/>
                    <a:pt x="257" y="1543"/>
                    <a:pt x="276" y="1486"/>
                  </a:cubicBezTo>
                  <a:lnTo>
                    <a:pt x="752" y="183"/>
                  </a:lnTo>
                  <a:cubicBezTo>
                    <a:pt x="777" y="108"/>
                    <a:pt x="752" y="32"/>
                    <a:pt x="677" y="7"/>
                  </a:cubicBezTo>
                  <a:cubicBezTo>
                    <a:pt x="663" y="3"/>
                    <a:pt x="649" y="1"/>
                    <a:pt x="6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0"/>
            <p:cNvSpPr/>
            <p:nvPr/>
          </p:nvSpPr>
          <p:spPr>
            <a:xfrm>
              <a:off x="5164950" y="3069425"/>
              <a:ext cx="41375" cy="13350"/>
            </a:xfrm>
            <a:custGeom>
              <a:rect b="b" l="l" r="r" t="t"/>
              <a:pathLst>
                <a:path extrusionOk="0" h="534" w="1655">
                  <a:moveTo>
                    <a:pt x="136" y="0"/>
                  </a:moveTo>
                  <a:cubicBezTo>
                    <a:pt x="75" y="0"/>
                    <a:pt x="21" y="45"/>
                    <a:pt x="0" y="107"/>
                  </a:cubicBezTo>
                  <a:cubicBezTo>
                    <a:pt x="0" y="182"/>
                    <a:pt x="50" y="257"/>
                    <a:pt x="126" y="282"/>
                  </a:cubicBezTo>
                  <a:lnTo>
                    <a:pt x="1479" y="533"/>
                  </a:lnTo>
                  <a:cubicBezTo>
                    <a:pt x="1554" y="533"/>
                    <a:pt x="1629" y="483"/>
                    <a:pt x="1629" y="408"/>
                  </a:cubicBezTo>
                  <a:cubicBezTo>
                    <a:pt x="1654" y="333"/>
                    <a:pt x="1604" y="282"/>
                    <a:pt x="1529" y="257"/>
                  </a:cubicBezTo>
                  <a:lnTo>
                    <a:pt x="176" y="7"/>
                  </a:lnTo>
                  <a:cubicBezTo>
                    <a:pt x="162" y="2"/>
                    <a:pt x="149" y="0"/>
                    <a:pt x="1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0"/>
            <p:cNvSpPr/>
            <p:nvPr/>
          </p:nvSpPr>
          <p:spPr>
            <a:xfrm>
              <a:off x="5216325" y="3227475"/>
              <a:ext cx="41375" cy="13350"/>
            </a:xfrm>
            <a:custGeom>
              <a:rect b="b" l="l" r="r" t="t"/>
              <a:pathLst>
                <a:path extrusionOk="0" h="534" w="1655">
                  <a:moveTo>
                    <a:pt x="176" y="1"/>
                  </a:moveTo>
                  <a:cubicBezTo>
                    <a:pt x="101" y="1"/>
                    <a:pt x="26" y="51"/>
                    <a:pt x="26" y="126"/>
                  </a:cubicBezTo>
                  <a:cubicBezTo>
                    <a:pt x="0" y="201"/>
                    <a:pt x="51" y="276"/>
                    <a:pt x="126" y="276"/>
                  </a:cubicBezTo>
                  <a:lnTo>
                    <a:pt x="1479" y="527"/>
                  </a:lnTo>
                  <a:cubicBezTo>
                    <a:pt x="1492" y="531"/>
                    <a:pt x="1506" y="533"/>
                    <a:pt x="1519" y="533"/>
                  </a:cubicBezTo>
                  <a:cubicBezTo>
                    <a:pt x="1579" y="533"/>
                    <a:pt x="1634" y="489"/>
                    <a:pt x="1655" y="427"/>
                  </a:cubicBezTo>
                  <a:cubicBezTo>
                    <a:pt x="1655" y="351"/>
                    <a:pt x="1604" y="276"/>
                    <a:pt x="1529" y="251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0"/>
            <p:cNvSpPr/>
            <p:nvPr/>
          </p:nvSpPr>
          <p:spPr>
            <a:xfrm>
              <a:off x="5204425" y="3111325"/>
              <a:ext cx="33225" cy="30650"/>
            </a:xfrm>
            <a:custGeom>
              <a:rect b="b" l="l" r="r" t="t"/>
              <a:pathLst>
                <a:path extrusionOk="0" h="1226" w="1329">
                  <a:moveTo>
                    <a:pt x="170" y="0"/>
                  </a:moveTo>
                  <a:cubicBezTo>
                    <a:pt x="133" y="0"/>
                    <a:pt x="92" y="19"/>
                    <a:pt x="50" y="60"/>
                  </a:cubicBezTo>
                  <a:cubicBezTo>
                    <a:pt x="0" y="110"/>
                    <a:pt x="0" y="185"/>
                    <a:pt x="75" y="236"/>
                  </a:cubicBezTo>
                  <a:lnTo>
                    <a:pt x="1078" y="1188"/>
                  </a:lnTo>
                  <a:cubicBezTo>
                    <a:pt x="1103" y="1213"/>
                    <a:pt x="1134" y="1226"/>
                    <a:pt x="1166" y="1226"/>
                  </a:cubicBezTo>
                  <a:cubicBezTo>
                    <a:pt x="1197" y="1226"/>
                    <a:pt x="1228" y="1213"/>
                    <a:pt x="1253" y="1188"/>
                  </a:cubicBezTo>
                  <a:cubicBezTo>
                    <a:pt x="1329" y="1138"/>
                    <a:pt x="1304" y="1038"/>
                    <a:pt x="1253" y="987"/>
                  </a:cubicBezTo>
                  <a:lnTo>
                    <a:pt x="251" y="35"/>
                  </a:lnTo>
                  <a:cubicBezTo>
                    <a:pt x="228" y="12"/>
                    <a:pt x="201" y="0"/>
                    <a:pt x="1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30"/>
            <p:cNvSpPr/>
            <p:nvPr/>
          </p:nvSpPr>
          <p:spPr>
            <a:xfrm>
              <a:off x="5167450" y="3232175"/>
              <a:ext cx="33225" cy="30650"/>
            </a:xfrm>
            <a:custGeom>
              <a:rect b="b" l="l" r="r" t="t"/>
              <a:pathLst>
                <a:path extrusionOk="0" h="1226" w="1329">
                  <a:moveTo>
                    <a:pt x="151" y="1"/>
                  </a:moveTo>
                  <a:cubicBezTo>
                    <a:pt x="113" y="1"/>
                    <a:pt x="76" y="13"/>
                    <a:pt x="51" y="38"/>
                  </a:cubicBezTo>
                  <a:cubicBezTo>
                    <a:pt x="1" y="88"/>
                    <a:pt x="1" y="189"/>
                    <a:pt x="76" y="239"/>
                  </a:cubicBezTo>
                  <a:lnTo>
                    <a:pt x="1078" y="1191"/>
                  </a:lnTo>
                  <a:cubicBezTo>
                    <a:pt x="1101" y="1214"/>
                    <a:pt x="1128" y="1226"/>
                    <a:pt x="1156" y="1226"/>
                  </a:cubicBezTo>
                  <a:cubicBezTo>
                    <a:pt x="1191" y="1226"/>
                    <a:pt x="1226" y="1207"/>
                    <a:pt x="1254" y="1166"/>
                  </a:cubicBezTo>
                  <a:cubicBezTo>
                    <a:pt x="1329" y="1116"/>
                    <a:pt x="1304" y="1041"/>
                    <a:pt x="1254" y="991"/>
                  </a:cubicBezTo>
                  <a:lnTo>
                    <a:pt x="251" y="38"/>
                  </a:lnTo>
                  <a:cubicBezTo>
                    <a:pt x="226" y="13"/>
                    <a:pt x="189" y="1"/>
                    <a:pt x="151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30"/>
            <p:cNvSpPr/>
            <p:nvPr/>
          </p:nvSpPr>
          <p:spPr>
            <a:xfrm>
              <a:off x="5272725" y="3201150"/>
              <a:ext cx="27575" cy="30100"/>
            </a:xfrm>
            <a:custGeom>
              <a:rect b="b" l="l" r="r" t="t"/>
              <a:pathLst>
                <a:path extrusionOk="0" h="1204" w="1103">
                  <a:moveTo>
                    <a:pt x="150" y="1"/>
                  </a:moveTo>
                  <a:cubicBezTo>
                    <a:pt x="100" y="1"/>
                    <a:pt x="75" y="1"/>
                    <a:pt x="50" y="51"/>
                  </a:cubicBezTo>
                  <a:cubicBezTo>
                    <a:pt x="0" y="101"/>
                    <a:pt x="0" y="176"/>
                    <a:pt x="50" y="227"/>
                  </a:cubicBezTo>
                  <a:lnTo>
                    <a:pt x="1053" y="1179"/>
                  </a:lnTo>
                  <a:cubicBezTo>
                    <a:pt x="1078" y="1204"/>
                    <a:pt x="1078" y="1204"/>
                    <a:pt x="1103" y="1204"/>
                  </a:cubicBezTo>
                  <a:cubicBezTo>
                    <a:pt x="1078" y="1179"/>
                    <a:pt x="1078" y="1154"/>
                    <a:pt x="1078" y="1154"/>
                  </a:cubicBezTo>
                  <a:cubicBezTo>
                    <a:pt x="1078" y="1129"/>
                    <a:pt x="1078" y="1129"/>
                    <a:pt x="1078" y="1129"/>
                  </a:cubicBezTo>
                  <a:cubicBezTo>
                    <a:pt x="1053" y="1029"/>
                    <a:pt x="1053" y="928"/>
                    <a:pt x="1028" y="828"/>
                  </a:cubicBezTo>
                  <a:cubicBezTo>
                    <a:pt x="1028" y="803"/>
                    <a:pt x="1028" y="778"/>
                    <a:pt x="1003" y="753"/>
                  </a:cubicBezTo>
                  <a:lnTo>
                    <a:pt x="251" y="26"/>
                  </a:lnTo>
                  <a:cubicBezTo>
                    <a:pt x="226" y="1"/>
                    <a:pt x="176" y="1"/>
                    <a:pt x="1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30"/>
            <p:cNvSpPr/>
            <p:nvPr/>
          </p:nvSpPr>
          <p:spPr>
            <a:xfrm>
              <a:off x="5107925" y="3118775"/>
              <a:ext cx="32600" cy="30725"/>
            </a:xfrm>
            <a:custGeom>
              <a:rect b="b" l="l" r="r" t="t"/>
              <a:pathLst>
                <a:path extrusionOk="0" h="1229" w="1304">
                  <a:moveTo>
                    <a:pt x="142" y="0"/>
                  </a:moveTo>
                  <a:cubicBezTo>
                    <a:pt x="107" y="0"/>
                    <a:pt x="76" y="13"/>
                    <a:pt x="51" y="38"/>
                  </a:cubicBezTo>
                  <a:cubicBezTo>
                    <a:pt x="1" y="113"/>
                    <a:pt x="1" y="188"/>
                    <a:pt x="51" y="238"/>
                  </a:cubicBezTo>
                  <a:lnTo>
                    <a:pt x="1053" y="1191"/>
                  </a:lnTo>
                  <a:cubicBezTo>
                    <a:pt x="1078" y="1216"/>
                    <a:pt x="1116" y="1228"/>
                    <a:pt x="1153" y="1228"/>
                  </a:cubicBezTo>
                  <a:cubicBezTo>
                    <a:pt x="1191" y="1228"/>
                    <a:pt x="1229" y="1216"/>
                    <a:pt x="1254" y="1191"/>
                  </a:cubicBezTo>
                  <a:cubicBezTo>
                    <a:pt x="1304" y="1115"/>
                    <a:pt x="1304" y="1040"/>
                    <a:pt x="1254" y="990"/>
                  </a:cubicBezTo>
                  <a:lnTo>
                    <a:pt x="251" y="38"/>
                  </a:lnTo>
                  <a:cubicBezTo>
                    <a:pt x="214" y="13"/>
                    <a:pt x="176" y="0"/>
                    <a:pt x="142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0"/>
            <p:cNvSpPr/>
            <p:nvPr/>
          </p:nvSpPr>
          <p:spPr>
            <a:xfrm>
              <a:off x="4596025" y="3268825"/>
              <a:ext cx="481850" cy="443025"/>
            </a:xfrm>
            <a:custGeom>
              <a:rect b="b" l="l" r="r" t="t"/>
              <a:pathLst>
                <a:path extrusionOk="0" h="17721" w="19274">
                  <a:moveTo>
                    <a:pt x="25" y="1"/>
                  </a:moveTo>
                  <a:cubicBezTo>
                    <a:pt x="0" y="226"/>
                    <a:pt x="0" y="477"/>
                    <a:pt x="0" y="702"/>
                  </a:cubicBezTo>
                  <a:lnTo>
                    <a:pt x="0" y="17720"/>
                  </a:lnTo>
                  <a:lnTo>
                    <a:pt x="19274" y="17720"/>
                  </a:lnTo>
                  <a:lnTo>
                    <a:pt x="25" y="1"/>
                  </a:lnTo>
                  <a:close/>
                </a:path>
              </a:pathLst>
            </a:custGeom>
            <a:solidFill>
              <a:srgbClr val="75FFF7">
                <a:alpha val="76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30"/>
            <p:cNvSpPr/>
            <p:nvPr/>
          </p:nvSpPr>
          <p:spPr>
            <a:xfrm>
              <a:off x="5213200" y="3465575"/>
              <a:ext cx="72700" cy="50775"/>
            </a:xfrm>
            <a:custGeom>
              <a:rect b="b" l="l" r="r" t="t"/>
              <a:pathLst>
                <a:path extrusionOk="0" h="2031" w="2908">
                  <a:moveTo>
                    <a:pt x="2582" y="0"/>
                  </a:moveTo>
                  <a:lnTo>
                    <a:pt x="0" y="1504"/>
                  </a:lnTo>
                  <a:lnTo>
                    <a:pt x="326" y="2031"/>
                  </a:lnTo>
                  <a:lnTo>
                    <a:pt x="2907" y="552"/>
                  </a:lnTo>
                  <a:lnTo>
                    <a:pt x="25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30"/>
            <p:cNvSpPr/>
            <p:nvPr/>
          </p:nvSpPr>
          <p:spPr>
            <a:xfrm>
              <a:off x="4740750" y="3684875"/>
              <a:ext cx="54550" cy="26975"/>
            </a:xfrm>
            <a:custGeom>
              <a:rect b="b" l="l" r="r" t="t"/>
              <a:pathLst>
                <a:path extrusionOk="0" h="1079" w="2182">
                  <a:moveTo>
                    <a:pt x="1880" y="0"/>
                  </a:moveTo>
                  <a:lnTo>
                    <a:pt x="1" y="1078"/>
                  </a:lnTo>
                  <a:lnTo>
                    <a:pt x="1229" y="1078"/>
                  </a:lnTo>
                  <a:lnTo>
                    <a:pt x="2181" y="552"/>
                  </a:lnTo>
                  <a:lnTo>
                    <a:pt x="188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0"/>
            <p:cNvSpPr/>
            <p:nvPr/>
          </p:nvSpPr>
          <p:spPr>
            <a:xfrm>
              <a:off x="4662425" y="3241250"/>
              <a:ext cx="72725" cy="50150"/>
            </a:xfrm>
            <a:custGeom>
              <a:rect b="b" l="l" r="r" t="t"/>
              <a:pathLst>
                <a:path extrusionOk="0" h="2006" w="2909">
                  <a:moveTo>
                    <a:pt x="2582" y="1"/>
                  </a:moveTo>
                  <a:lnTo>
                    <a:pt x="1" y="1480"/>
                  </a:lnTo>
                  <a:lnTo>
                    <a:pt x="327" y="2006"/>
                  </a:lnTo>
                  <a:lnTo>
                    <a:pt x="2908" y="527"/>
                  </a:lnTo>
                  <a:lnTo>
                    <a:pt x="2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30"/>
            <p:cNvSpPr/>
            <p:nvPr/>
          </p:nvSpPr>
          <p:spPr>
            <a:xfrm>
              <a:off x="4742625" y="3013200"/>
              <a:ext cx="72100" cy="50150"/>
            </a:xfrm>
            <a:custGeom>
              <a:rect b="b" l="l" r="r" t="t"/>
              <a:pathLst>
                <a:path extrusionOk="0" h="2006" w="2884">
                  <a:moveTo>
                    <a:pt x="2582" y="0"/>
                  </a:moveTo>
                  <a:lnTo>
                    <a:pt x="1" y="1479"/>
                  </a:lnTo>
                  <a:lnTo>
                    <a:pt x="302" y="2005"/>
                  </a:lnTo>
                  <a:lnTo>
                    <a:pt x="2883" y="526"/>
                  </a:lnTo>
                  <a:lnTo>
                    <a:pt x="25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30"/>
            <p:cNvSpPr/>
            <p:nvPr/>
          </p:nvSpPr>
          <p:spPr>
            <a:xfrm>
              <a:off x="4879225" y="2952625"/>
              <a:ext cx="112800" cy="33025"/>
            </a:xfrm>
            <a:custGeom>
              <a:rect b="b" l="l" r="r" t="t"/>
              <a:pathLst>
                <a:path extrusionOk="0" h="1321" w="4512">
                  <a:moveTo>
                    <a:pt x="3297" y="1"/>
                  </a:moveTo>
                  <a:cubicBezTo>
                    <a:pt x="3267" y="1"/>
                    <a:pt x="3238" y="13"/>
                    <a:pt x="3209" y="42"/>
                  </a:cubicBezTo>
                  <a:lnTo>
                    <a:pt x="2181" y="844"/>
                  </a:lnTo>
                  <a:lnTo>
                    <a:pt x="1229" y="167"/>
                  </a:lnTo>
                  <a:cubicBezTo>
                    <a:pt x="1198" y="157"/>
                    <a:pt x="1171" y="151"/>
                    <a:pt x="1146" y="151"/>
                  </a:cubicBezTo>
                  <a:cubicBezTo>
                    <a:pt x="1112" y="151"/>
                    <a:pt x="1083" y="163"/>
                    <a:pt x="1053" y="193"/>
                  </a:cubicBezTo>
                  <a:lnTo>
                    <a:pt x="51" y="1095"/>
                  </a:lnTo>
                  <a:cubicBezTo>
                    <a:pt x="1" y="1145"/>
                    <a:pt x="1" y="1220"/>
                    <a:pt x="51" y="1270"/>
                  </a:cubicBezTo>
                  <a:cubicBezTo>
                    <a:pt x="76" y="1320"/>
                    <a:pt x="101" y="1320"/>
                    <a:pt x="151" y="1320"/>
                  </a:cubicBezTo>
                  <a:cubicBezTo>
                    <a:pt x="176" y="1320"/>
                    <a:pt x="226" y="1320"/>
                    <a:pt x="251" y="1295"/>
                  </a:cubicBezTo>
                  <a:lnTo>
                    <a:pt x="1154" y="468"/>
                  </a:lnTo>
                  <a:lnTo>
                    <a:pt x="2106" y="1120"/>
                  </a:lnTo>
                  <a:cubicBezTo>
                    <a:pt x="2131" y="1132"/>
                    <a:pt x="2162" y="1139"/>
                    <a:pt x="2191" y="1139"/>
                  </a:cubicBezTo>
                  <a:cubicBezTo>
                    <a:pt x="2219" y="1139"/>
                    <a:pt x="2244" y="1132"/>
                    <a:pt x="2256" y="1120"/>
                  </a:cubicBezTo>
                  <a:lnTo>
                    <a:pt x="3309" y="318"/>
                  </a:lnTo>
                  <a:lnTo>
                    <a:pt x="4286" y="844"/>
                  </a:lnTo>
                  <a:cubicBezTo>
                    <a:pt x="4307" y="851"/>
                    <a:pt x="4327" y="854"/>
                    <a:pt x="4346" y="854"/>
                  </a:cubicBezTo>
                  <a:cubicBezTo>
                    <a:pt x="4398" y="854"/>
                    <a:pt x="4443" y="831"/>
                    <a:pt x="4462" y="794"/>
                  </a:cubicBezTo>
                  <a:cubicBezTo>
                    <a:pt x="4512" y="719"/>
                    <a:pt x="4487" y="644"/>
                    <a:pt x="4412" y="594"/>
                  </a:cubicBezTo>
                  <a:lnTo>
                    <a:pt x="3359" y="17"/>
                  </a:lnTo>
                  <a:cubicBezTo>
                    <a:pt x="3338" y="7"/>
                    <a:pt x="3318" y="1"/>
                    <a:pt x="329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30"/>
            <p:cNvSpPr/>
            <p:nvPr/>
          </p:nvSpPr>
          <p:spPr>
            <a:xfrm>
              <a:off x="4608550" y="3176250"/>
              <a:ext cx="90875" cy="28375"/>
            </a:xfrm>
            <a:custGeom>
              <a:rect b="b" l="l" r="r" t="t"/>
              <a:pathLst>
                <a:path extrusionOk="0" h="1135" w="3635">
                  <a:moveTo>
                    <a:pt x="2422" y="1"/>
                  </a:moveTo>
                  <a:cubicBezTo>
                    <a:pt x="2394" y="1"/>
                    <a:pt x="2369" y="7"/>
                    <a:pt x="2356" y="19"/>
                  </a:cubicBezTo>
                  <a:lnTo>
                    <a:pt x="1304" y="822"/>
                  </a:lnTo>
                  <a:lnTo>
                    <a:pt x="351" y="170"/>
                  </a:lnTo>
                  <a:cubicBezTo>
                    <a:pt x="326" y="145"/>
                    <a:pt x="295" y="132"/>
                    <a:pt x="264" y="132"/>
                  </a:cubicBezTo>
                  <a:cubicBezTo>
                    <a:pt x="232" y="132"/>
                    <a:pt x="201" y="145"/>
                    <a:pt x="176" y="170"/>
                  </a:cubicBezTo>
                  <a:lnTo>
                    <a:pt x="126" y="220"/>
                  </a:lnTo>
                  <a:cubicBezTo>
                    <a:pt x="76" y="395"/>
                    <a:pt x="26" y="546"/>
                    <a:pt x="1" y="721"/>
                  </a:cubicBezTo>
                  <a:lnTo>
                    <a:pt x="276" y="446"/>
                  </a:lnTo>
                  <a:lnTo>
                    <a:pt x="1254" y="1097"/>
                  </a:lnTo>
                  <a:cubicBezTo>
                    <a:pt x="1279" y="1122"/>
                    <a:pt x="1304" y="1135"/>
                    <a:pt x="1329" y="1135"/>
                  </a:cubicBezTo>
                  <a:cubicBezTo>
                    <a:pt x="1354" y="1135"/>
                    <a:pt x="1379" y="1122"/>
                    <a:pt x="1404" y="1097"/>
                  </a:cubicBezTo>
                  <a:lnTo>
                    <a:pt x="2457" y="295"/>
                  </a:lnTo>
                  <a:lnTo>
                    <a:pt x="3409" y="822"/>
                  </a:lnTo>
                  <a:cubicBezTo>
                    <a:pt x="3436" y="839"/>
                    <a:pt x="3462" y="848"/>
                    <a:pt x="3488" y="848"/>
                  </a:cubicBezTo>
                  <a:cubicBezTo>
                    <a:pt x="3534" y="848"/>
                    <a:pt x="3577" y="820"/>
                    <a:pt x="3610" y="771"/>
                  </a:cubicBezTo>
                  <a:cubicBezTo>
                    <a:pt x="3635" y="696"/>
                    <a:pt x="3610" y="621"/>
                    <a:pt x="3559" y="596"/>
                  </a:cubicBezTo>
                  <a:lnTo>
                    <a:pt x="2507" y="19"/>
                  </a:lnTo>
                  <a:cubicBezTo>
                    <a:pt x="2482" y="7"/>
                    <a:pt x="2450" y="1"/>
                    <a:pt x="24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0"/>
            <p:cNvSpPr/>
            <p:nvPr/>
          </p:nvSpPr>
          <p:spPr>
            <a:xfrm>
              <a:off x="5241375" y="3386775"/>
              <a:ext cx="62700" cy="29325"/>
            </a:xfrm>
            <a:custGeom>
              <a:rect b="b" l="l" r="r" t="t"/>
              <a:pathLst>
                <a:path extrusionOk="0" h="1173" w="2508">
                  <a:moveTo>
                    <a:pt x="1141" y="1"/>
                  </a:moveTo>
                  <a:cubicBezTo>
                    <a:pt x="1110" y="1"/>
                    <a:pt x="1079" y="7"/>
                    <a:pt x="1054" y="20"/>
                  </a:cubicBezTo>
                  <a:lnTo>
                    <a:pt x="51" y="947"/>
                  </a:lnTo>
                  <a:cubicBezTo>
                    <a:pt x="1" y="997"/>
                    <a:pt x="1" y="1072"/>
                    <a:pt x="51" y="1122"/>
                  </a:cubicBezTo>
                  <a:cubicBezTo>
                    <a:pt x="76" y="1147"/>
                    <a:pt x="126" y="1172"/>
                    <a:pt x="151" y="1172"/>
                  </a:cubicBezTo>
                  <a:cubicBezTo>
                    <a:pt x="176" y="1172"/>
                    <a:pt x="227" y="1172"/>
                    <a:pt x="252" y="1147"/>
                  </a:cubicBezTo>
                  <a:lnTo>
                    <a:pt x="1154" y="320"/>
                  </a:lnTo>
                  <a:lnTo>
                    <a:pt x="2106" y="972"/>
                  </a:lnTo>
                  <a:cubicBezTo>
                    <a:pt x="2127" y="982"/>
                    <a:pt x="2152" y="988"/>
                    <a:pt x="2178" y="988"/>
                  </a:cubicBezTo>
                  <a:cubicBezTo>
                    <a:pt x="2214" y="988"/>
                    <a:pt x="2252" y="976"/>
                    <a:pt x="2282" y="947"/>
                  </a:cubicBezTo>
                  <a:lnTo>
                    <a:pt x="2507" y="771"/>
                  </a:lnTo>
                  <a:lnTo>
                    <a:pt x="2507" y="421"/>
                  </a:lnTo>
                  <a:lnTo>
                    <a:pt x="2181" y="671"/>
                  </a:lnTo>
                  <a:lnTo>
                    <a:pt x="1229" y="20"/>
                  </a:lnTo>
                  <a:cubicBezTo>
                    <a:pt x="1204" y="7"/>
                    <a:pt x="1173" y="1"/>
                    <a:pt x="11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30"/>
            <p:cNvSpPr/>
            <p:nvPr/>
          </p:nvSpPr>
          <p:spPr>
            <a:xfrm>
              <a:off x="4620450" y="3400525"/>
              <a:ext cx="21325" cy="38375"/>
            </a:xfrm>
            <a:custGeom>
              <a:rect b="b" l="l" r="r" t="t"/>
              <a:pathLst>
                <a:path extrusionOk="0" h="1535" w="853">
                  <a:moveTo>
                    <a:pt x="166" y="0"/>
                  </a:moveTo>
                  <a:cubicBezTo>
                    <a:pt x="145" y="0"/>
                    <a:pt x="123" y="6"/>
                    <a:pt x="101" y="21"/>
                  </a:cubicBezTo>
                  <a:cubicBezTo>
                    <a:pt x="26" y="46"/>
                    <a:pt x="1" y="121"/>
                    <a:pt x="26" y="196"/>
                  </a:cubicBezTo>
                  <a:lnTo>
                    <a:pt x="577" y="1450"/>
                  </a:lnTo>
                  <a:cubicBezTo>
                    <a:pt x="596" y="1506"/>
                    <a:pt x="643" y="1534"/>
                    <a:pt x="697" y="1534"/>
                  </a:cubicBezTo>
                  <a:cubicBezTo>
                    <a:pt x="715" y="1534"/>
                    <a:pt x="734" y="1531"/>
                    <a:pt x="753" y="1525"/>
                  </a:cubicBezTo>
                  <a:cubicBezTo>
                    <a:pt x="828" y="1500"/>
                    <a:pt x="853" y="1424"/>
                    <a:pt x="828" y="1349"/>
                  </a:cubicBezTo>
                  <a:lnTo>
                    <a:pt x="276" y="71"/>
                  </a:lnTo>
                  <a:cubicBezTo>
                    <a:pt x="259" y="36"/>
                    <a:pt x="216" y="0"/>
                    <a:pt x="1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30"/>
            <p:cNvSpPr/>
            <p:nvPr/>
          </p:nvSpPr>
          <p:spPr>
            <a:xfrm>
              <a:off x="4596025" y="3347625"/>
              <a:ext cx="10675" cy="32125"/>
            </a:xfrm>
            <a:custGeom>
              <a:rect b="b" l="l" r="r" t="t"/>
              <a:pathLst>
                <a:path extrusionOk="0" h="1285" w="427">
                  <a:moveTo>
                    <a:pt x="286" y="0"/>
                  </a:moveTo>
                  <a:cubicBezTo>
                    <a:pt x="226" y="0"/>
                    <a:pt x="171" y="45"/>
                    <a:pt x="151" y="107"/>
                  </a:cubicBezTo>
                  <a:lnTo>
                    <a:pt x="0" y="483"/>
                  </a:lnTo>
                  <a:lnTo>
                    <a:pt x="0" y="1285"/>
                  </a:lnTo>
                  <a:lnTo>
                    <a:pt x="401" y="182"/>
                  </a:lnTo>
                  <a:cubicBezTo>
                    <a:pt x="426" y="182"/>
                    <a:pt x="426" y="157"/>
                    <a:pt x="426" y="157"/>
                  </a:cubicBezTo>
                  <a:cubicBezTo>
                    <a:pt x="426" y="82"/>
                    <a:pt x="376" y="32"/>
                    <a:pt x="326" y="7"/>
                  </a:cubicBezTo>
                  <a:cubicBezTo>
                    <a:pt x="313" y="2"/>
                    <a:pt x="299" y="0"/>
                    <a:pt x="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30"/>
            <p:cNvSpPr/>
            <p:nvPr/>
          </p:nvSpPr>
          <p:spPr>
            <a:xfrm>
              <a:off x="4671200" y="3383875"/>
              <a:ext cx="20075" cy="39275"/>
            </a:xfrm>
            <a:custGeom>
              <a:rect b="b" l="l" r="r" t="t"/>
              <a:pathLst>
                <a:path extrusionOk="0" h="1571" w="803">
                  <a:moveTo>
                    <a:pt x="632" y="1"/>
                  </a:moveTo>
                  <a:cubicBezTo>
                    <a:pt x="582" y="1"/>
                    <a:pt x="521" y="29"/>
                    <a:pt x="502" y="85"/>
                  </a:cubicBezTo>
                  <a:lnTo>
                    <a:pt x="26" y="1389"/>
                  </a:lnTo>
                  <a:cubicBezTo>
                    <a:pt x="1" y="1439"/>
                    <a:pt x="51" y="1539"/>
                    <a:pt x="101" y="1564"/>
                  </a:cubicBezTo>
                  <a:cubicBezTo>
                    <a:pt x="114" y="1569"/>
                    <a:pt x="128" y="1571"/>
                    <a:pt x="141" y="1571"/>
                  </a:cubicBezTo>
                  <a:cubicBezTo>
                    <a:pt x="201" y="1571"/>
                    <a:pt x="256" y="1526"/>
                    <a:pt x="277" y="1464"/>
                  </a:cubicBezTo>
                  <a:lnTo>
                    <a:pt x="778" y="186"/>
                  </a:lnTo>
                  <a:cubicBezTo>
                    <a:pt x="803" y="111"/>
                    <a:pt x="753" y="35"/>
                    <a:pt x="678" y="10"/>
                  </a:cubicBezTo>
                  <a:cubicBezTo>
                    <a:pt x="665" y="4"/>
                    <a:pt x="649" y="1"/>
                    <a:pt x="6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30"/>
            <p:cNvSpPr/>
            <p:nvPr/>
          </p:nvSpPr>
          <p:spPr>
            <a:xfrm>
              <a:off x="4679350" y="3493525"/>
              <a:ext cx="20075" cy="39275"/>
            </a:xfrm>
            <a:custGeom>
              <a:rect b="b" l="l" r="r" t="t"/>
              <a:pathLst>
                <a:path extrusionOk="0" h="1571" w="803">
                  <a:moveTo>
                    <a:pt x="647" y="1"/>
                  </a:moveTo>
                  <a:cubicBezTo>
                    <a:pt x="593" y="1"/>
                    <a:pt x="546" y="29"/>
                    <a:pt x="527" y="85"/>
                  </a:cubicBezTo>
                  <a:lnTo>
                    <a:pt x="26" y="1389"/>
                  </a:lnTo>
                  <a:cubicBezTo>
                    <a:pt x="1" y="1464"/>
                    <a:pt x="51" y="1539"/>
                    <a:pt x="126" y="1564"/>
                  </a:cubicBezTo>
                  <a:cubicBezTo>
                    <a:pt x="135" y="1569"/>
                    <a:pt x="146" y="1571"/>
                    <a:pt x="158" y="1571"/>
                  </a:cubicBezTo>
                  <a:cubicBezTo>
                    <a:pt x="210" y="1571"/>
                    <a:pt x="281" y="1530"/>
                    <a:pt x="301" y="1489"/>
                  </a:cubicBezTo>
                  <a:lnTo>
                    <a:pt x="778" y="186"/>
                  </a:lnTo>
                  <a:cubicBezTo>
                    <a:pt x="803" y="111"/>
                    <a:pt x="778" y="35"/>
                    <a:pt x="702" y="10"/>
                  </a:cubicBezTo>
                  <a:cubicBezTo>
                    <a:pt x="684" y="4"/>
                    <a:pt x="665" y="1"/>
                    <a:pt x="647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30"/>
            <p:cNvSpPr/>
            <p:nvPr/>
          </p:nvSpPr>
          <p:spPr>
            <a:xfrm>
              <a:off x="4596025" y="3307675"/>
              <a:ext cx="35100" cy="13175"/>
            </a:xfrm>
            <a:custGeom>
              <a:rect b="b" l="l" r="r" t="t"/>
              <a:pathLst>
                <a:path extrusionOk="0" h="527" w="1404">
                  <a:moveTo>
                    <a:pt x="0" y="1"/>
                  </a:moveTo>
                  <a:lnTo>
                    <a:pt x="0" y="276"/>
                  </a:lnTo>
                  <a:lnTo>
                    <a:pt x="1228" y="527"/>
                  </a:lnTo>
                  <a:lnTo>
                    <a:pt x="1253" y="527"/>
                  </a:lnTo>
                  <a:cubicBezTo>
                    <a:pt x="1329" y="527"/>
                    <a:pt x="1379" y="477"/>
                    <a:pt x="1404" y="402"/>
                  </a:cubicBezTo>
                  <a:cubicBezTo>
                    <a:pt x="1404" y="326"/>
                    <a:pt x="1354" y="251"/>
                    <a:pt x="1278" y="2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0"/>
            <p:cNvSpPr/>
            <p:nvPr/>
          </p:nvSpPr>
          <p:spPr>
            <a:xfrm>
              <a:off x="4641750" y="3465575"/>
              <a:ext cx="41375" cy="13350"/>
            </a:xfrm>
            <a:custGeom>
              <a:rect b="b" l="l" r="r" t="t"/>
              <a:pathLst>
                <a:path extrusionOk="0" h="534" w="1655">
                  <a:moveTo>
                    <a:pt x="176" y="0"/>
                  </a:moveTo>
                  <a:cubicBezTo>
                    <a:pt x="101" y="0"/>
                    <a:pt x="26" y="51"/>
                    <a:pt x="1" y="101"/>
                  </a:cubicBezTo>
                  <a:cubicBezTo>
                    <a:pt x="1" y="176"/>
                    <a:pt x="51" y="251"/>
                    <a:pt x="126" y="276"/>
                  </a:cubicBezTo>
                  <a:lnTo>
                    <a:pt x="1480" y="527"/>
                  </a:lnTo>
                  <a:cubicBezTo>
                    <a:pt x="1493" y="531"/>
                    <a:pt x="1506" y="533"/>
                    <a:pt x="1519" y="533"/>
                  </a:cubicBezTo>
                  <a:cubicBezTo>
                    <a:pt x="1579" y="533"/>
                    <a:pt x="1630" y="488"/>
                    <a:pt x="1630" y="427"/>
                  </a:cubicBezTo>
                  <a:cubicBezTo>
                    <a:pt x="1655" y="351"/>
                    <a:pt x="1605" y="276"/>
                    <a:pt x="1530" y="251"/>
                  </a:cubicBezTo>
                  <a:lnTo>
                    <a:pt x="1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0"/>
            <p:cNvSpPr/>
            <p:nvPr/>
          </p:nvSpPr>
          <p:spPr>
            <a:xfrm>
              <a:off x="4629850" y="3349350"/>
              <a:ext cx="32600" cy="30725"/>
            </a:xfrm>
            <a:custGeom>
              <a:rect b="b" l="l" r="r" t="t"/>
              <a:pathLst>
                <a:path extrusionOk="0" h="1229" w="1304">
                  <a:moveTo>
                    <a:pt x="151" y="0"/>
                  </a:moveTo>
                  <a:cubicBezTo>
                    <a:pt x="113" y="0"/>
                    <a:pt x="76" y="13"/>
                    <a:pt x="51" y="38"/>
                  </a:cubicBezTo>
                  <a:cubicBezTo>
                    <a:pt x="1" y="113"/>
                    <a:pt x="1" y="188"/>
                    <a:pt x="51" y="238"/>
                  </a:cubicBezTo>
                  <a:lnTo>
                    <a:pt x="1053" y="1191"/>
                  </a:lnTo>
                  <a:cubicBezTo>
                    <a:pt x="1078" y="1216"/>
                    <a:pt x="1116" y="1228"/>
                    <a:pt x="1154" y="1228"/>
                  </a:cubicBezTo>
                  <a:cubicBezTo>
                    <a:pt x="1191" y="1228"/>
                    <a:pt x="1229" y="1216"/>
                    <a:pt x="1254" y="1191"/>
                  </a:cubicBezTo>
                  <a:cubicBezTo>
                    <a:pt x="1304" y="1141"/>
                    <a:pt x="1304" y="1040"/>
                    <a:pt x="1254" y="990"/>
                  </a:cubicBezTo>
                  <a:lnTo>
                    <a:pt x="251" y="38"/>
                  </a:lnTo>
                  <a:cubicBezTo>
                    <a:pt x="226" y="13"/>
                    <a:pt x="189" y="0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30"/>
            <p:cNvSpPr/>
            <p:nvPr/>
          </p:nvSpPr>
          <p:spPr>
            <a:xfrm>
              <a:off x="4596025" y="3469950"/>
              <a:ext cx="29475" cy="30725"/>
            </a:xfrm>
            <a:custGeom>
              <a:rect b="b" l="l" r="r" t="t"/>
              <a:pathLst>
                <a:path extrusionOk="0" h="1229" w="1179">
                  <a:moveTo>
                    <a:pt x="0" y="1"/>
                  </a:moveTo>
                  <a:lnTo>
                    <a:pt x="0" y="327"/>
                  </a:lnTo>
                  <a:lnTo>
                    <a:pt x="928" y="1179"/>
                  </a:lnTo>
                  <a:cubicBezTo>
                    <a:pt x="953" y="1204"/>
                    <a:pt x="1003" y="1229"/>
                    <a:pt x="1028" y="1229"/>
                  </a:cubicBezTo>
                  <a:cubicBezTo>
                    <a:pt x="1053" y="1229"/>
                    <a:pt x="1103" y="1204"/>
                    <a:pt x="1128" y="1179"/>
                  </a:cubicBezTo>
                  <a:cubicBezTo>
                    <a:pt x="1178" y="1129"/>
                    <a:pt x="1178" y="1028"/>
                    <a:pt x="1128" y="978"/>
                  </a:cubicBezTo>
                  <a:lnTo>
                    <a:pt x="126" y="51"/>
                  </a:lnTo>
                  <a:cubicBezTo>
                    <a:pt x="101" y="26"/>
                    <a:pt x="50" y="1"/>
                    <a:pt x="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30"/>
            <p:cNvSpPr/>
            <p:nvPr/>
          </p:nvSpPr>
          <p:spPr>
            <a:xfrm>
              <a:off x="4697525" y="3439250"/>
              <a:ext cx="29475" cy="30100"/>
            </a:xfrm>
            <a:custGeom>
              <a:rect b="b" l="l" r="r" t="t"/>
              <a:pathLst>
                <a:path extrusionOk="0" h="1204" w="1179">
                  <a:moveTo>
                    <a:pt x="151" y="1"/>
                  </a:moveTo>
                  <a:cubicBezTo>
                    <a:pt x="126" y="1"/>
                    <a:pt x="76" y="1"/>
                    <a:pt x="51" y="26"/>
                  </a:cubicBezTo>
                  <a:cubicBezTo>
                    <a:pt x="0" y="101"/>
                    <a:pt x="0" y="176"/>
                    <a:pt x="76" y="226"/>
                  </a:cubicBezTo>
                  <a:lnTo>
                    <a:pt x="1078" y="1179"/>
                  </a:lnTo>
                  <a:cubicBezTo>
                    <a:pt x="1103" y="1204"/>
                    <a:pt x="1128" y="1204"/>
                    <a:pt x="1153" y="1204"/>
                  </a:cubicBezTo>
                  <a:lnTo>
                    <a:pt x="1178" y="1204"/>
                  </a:lnTo>
                  <a:cubicBezTo>
                    <a:pt x="1178" y="1154"/>
                    <a:pt x="1153" y="1079"/>
                    <a:pt x="1153" y="1028"/>
                  </a:cubicBezTo>
                  <a:cubicBezTo>
                    <a:pt x="1128" y="953"/>
                    <a:pt x="1128" y="903"/>
                    <a:pt x="1103" y="828"/>
                  </a:cubicBezTo>
                  <a:lnTo>
                    <a:pt x="251" y="26"/>
                  </a:lnTo>
                  <a:cubicBezTo>
                    <a:pt x="226" y="1"/>
                    <a:pt x="201" y="1"/>
                    <a:pt x="151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30"/>
            <p:cNvSpPr/>
            <p:nvPr/>
          </p:nvSpPr>
          <p:spPr>
            <a:xfrm>
              <a:off x="4609800" y="3038875"/>
              <a:ext cx="671700" cy="645400"/>
            </a:xfrm>
            <a:custGeom>
              <a:rect b="b" l="l" r="r" t="t"/>
              <a:pathLst>
                <a:path extrusionOk="0" h="25816" w="26868">
                  <a:moveTo>
                    <a:pt x="4186" y="1"/>
                  </a:moveTo>
                  <a:lnTo>
                    <a:pt x="3986" y="3384"/>
                  </a:lnTo>
                  <a:lnTo>
                    <a:pt x="3134" y="17144"/>
                  </a:lnTo>
                  <a:lnTo>
                    <a:pt x="1" y="21855"/>
                  </a:lnTo>
                  <a:lnTo>
                    <a:pt x="652" y="25590"/>
                  </a:lnTo>
                  <a:cubicBezTo>
                    <a:pt x="658" y="25581"/>
                    <a:pt x="977" y="25578"/>
                    <a:pt x="1539" y="25578"/>
                  </a:cubicBezTo>
                  <a:cubicBezTo>
                    <a:pt x="6036" y="25578"/>
                    <a:pt x="26116" y="25815"/>
                    <a:pt x="26116" y="25815"/>
                  </a:cubicBezTo>
                  <a:lnTo>
                    <a:pt x="26868" y="22106"/>
                  </a:lnTo>
                  <a:lnTo>
                    <a:pt x="24337" y="17194"/>
                  </a:lnTo>
                  <a:lnTo>
                    <a:pt x="23484" y="3259"/>
                  </a:lnTo>
                  <a:lnTo>
                    <a:pt x="23284" y="1"/>
                  </a:lnTo>
                  <a:close/>
                </a:path>
              </a:pathLst>
            </a:custGeom>
            <a:solidFill>
              <a:srgbClr val="EB7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30"/>
            <p:cNvSpPr/>
            <p:nvPr/>
          </p:nvSpPr>
          <p:spPr>
            <a:xfrm>
              <a:off x="4686875" y="3466200"/>
              <a:ext cx="532600" cy="3775"/>
            </a:xfrm>
            <a:custGeom>
              <a:rect b="b" l="l" r="r" t="t"/>
              <a:pathLst>
                <a:path extrusionOk="0" h="151" w="21304">
                  <a:moveTo>
                    <a:pt x="51" y="1"/>
                  </a:moveTo>
                  <a:cubicBezTo>
                    <a:pt x="25" y="1"/>
                    <a:pt x="0" y="26"/>
                    <a:pt x="0" y="51"/>
                  </a:cubicBezTo>
                  <a:cubicBezTo>
                    <a:pt x="0" y="76"/>
                    <a:pt x="25" y="76"/>
                    <a:pt x="51" y="76"/>
                  </a:cubicBezTo>
                  <a:lnTo>
                    <a:pt x="21254" y="151"/>
                  </a:lnTo>
                  <a:cubicBezTo>
                    <a:pt x="21279" y="151"/>
                    <a:pt x="21304" y="126"/>
                    <a:pt x="21304" y="101"/>
                  </a:cubicBezTo>
                  <a:cubicBezTo>
                    <a:pt x="21304" y="76"/>
                    <a:pt x="21279" y="51"/>
                    <a:pt x="21254" y="51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30"/>
            <p:cNvSpPr/>
            <p:nvPr/>
          </p:nvSpPr>
          <p:spPr>
            <a:xfrm>
              <a:off x="4709425" y="3038875"/>
              <a:ext cx="487500" cy="84625"/>
            </a:xfrm>
            <a:custGeom>
              <a:rect b="b" l="l" r="r" t="t"/>
              <a:pathLst>
                <a:path extrusionOk="0" h="3385" w="19500">
                  <a:moveTo>
                    <a:pt x="201" y="1"/>
                  </a:moveTo>
                  <a:lnTo>
                    <a:pt x="176" y="251"/>
                  </a:lnTo>
                  <a:lnTo>
                    <a:pt x="126" y="1053"/>
                  </a:lnTo>
                  <a:lnTo>
                    <a:pt x="51" y="2306"/>
                  </a:lnTo>
                  <a:lnTo>
                    <a:pt x="1" y="3384"/>
                  </a:lnTo>
                  <a:lnTo>
                    <a:pt x="1354" y="3359"/>
                  </a:lnTo>
                  <a:lnTo>
                    <a:pt x="3986" y="3359"/>
                  </a:lnTo>
                  <a:lnTo>
                    <a:pt x="5590" y="3334"/>
                  </a:lnTo>
                  <a:lnTo>
                    <a:pt x="17795" y="3259"/>
                  </a:lnTo>
                  <a:lnTo>
                    <a:pt x="19499" y="3259"/>
                  </a:lnTo>
                  <a:lnTo>
                    <a:pt x="19449" y="2432"/>
                  </a:lnTo>
                  <a:lnTo>
                    <a:pt x="19349" y="1053"/>
                  </a:lnTo>
                  <a:lnTo>
                    <a:pt x="19299" y="1"/>
                  </a:lnTo>
                  <a:close/>
                </a:path>
              </a:pathLst>
            </a:custGeom>
            <a:solidFill>
              <a:srgbClr val="A5D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30"/>
            <p:cNvSpPr/>
            <p:nvPr/>
          </p:nvSpPr>
          <p:spPr>
            <a:xfrm>
              <a:off x="5054050" y="3038875"/>
              <a:ext cx="140375" cy="81475"/>
            </a:xfrm>
            <a:custGeom>
              <a:rect b="b" l="l" r="r" t="t"/>
              <a:pathLst>
                <a:path extrusionOk="0" h="3259" w="5615">
                  <a:moveTo>
                    <a:pt x="0" y="1"/>
                  </a:moveTo>
                  <a:lnTo>
                    <a:pt x="4010" y="3259"/>
                  </a:lnTo>
                  <a:lnTo>
                    <a:pt x="5614" y="3259"/>
                  </a:lnTo>
                  <a:lnTo>
                    <a:pt x="16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30"/>
            <p:cNvSpPr/>
            <p:nvPr/>
          </p:nvSpPr>
          <p:spPr>
            <a:xfrm>
              <a:off x="5120450" y="3038875"/>
              <a:ext cx="75225" cy="60800"/>
            </a:xfrm>
            <a:custGeom>
              <a:rect b="b" l="l" r="r" t="t"/>
              <a:pathLst>
                <a:path extrusionOk="0" h="2432" w="3009">
                  <a:moveTo>
                    <a:pt x="1" y="1"/>
                  </a:moveTo>
                  <a:lnTo>
                    <a:pt x="3008" y="2432"/>
                  </a:lnTo>
                  <a:lnTo>
                    <a:pt x="3008" y="2432"/>
                  </a:lnTo>
                  <a:lnTo>
                    <a:pt x="2908" y="1053"/>
                  </a:lnTo>
                  <a:lnTo>
                    <a:pt x="1605" y="1"/>
                  </a:lnTo>
                  <a:close/>
                </a:path>
              </a:pathLst>
            </a:custGeom>
            <a:solidFill>
              <a:srgbClr val="FFA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30"/>
            <p:cNvSpPr/>
            <p:nvPr/>
          </p:nvSpPr>
          <p:spPr>
            <a:xfrm>
              <a:off x="4710675" y="3065200"/>
              <a:ext cx="72725" cy="57675"/>
            </a:xfrm>
            <a:custGeom>
              <a:rect b="b" l="l" r="r" t="t"/>
              <a:pathLst>
                <a:path extrusionOk="0" h="2307" w="2909">
                  <a:moveTo>
                    <a:pt x="76" y="0"/>
                  </a:moveTo>
                  <a:lnTo>
                    <a:pt x="1" y="1253"/>
                  </a:lnTo>
                  <a:lnTo>
                    <a:pt x="1304" y="2306"/>
                  </a:lnTo>
                  <a:lnTo>
                    <a:pt x="2908" y="2306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30"/>
            <p:cNvSpPr/>
            <p:nvPr/>
          </p:nvSpPr>
          <p:spPr>
            <a:xfrm>
              <a:off x="4713825" y="3038875"/>
              <a:ext cx="135350" cy="84000"/>
            </a:xfrm>
            <a:custGeom>
              <a:rect b="b" l="l" r="r" t="t"/>
              <a:pathLst>
                <a:path extrusionOk="0" h="3360" w="5414">
                  <a:moveTo>
                    <a:pt x="25" y="1"/>
                  </a:moveTo>
                  <a:lnTo>
                    <a:pt x="0" y="251"/>
                  </a:lnTo>
                  <a:lnTo>
                    <a:pt x="3810" y="3359"/>
                  </a:lnTo>
                  <a:lnTo>
                    <a:pt x="5414" y="3334"/>
                  </a:lnTo>
                  <a:lnTo>
                    <a:pt x="1303" y="1"/>
                  </a:lnTo>
                  <a:close/>
                </a:path>
              </a:pathLst>
            </a:custGeom>
            <a:solidFill>
              <a:srgbClr val="FFA7B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30"/>
            <p:cNvSpPr/>
            <p:nvPr/>
          </p:nvSpPr>
          <p:spPr>
            <a:xfrm>
              <a:off x="4767700" y="3057050"/>
              <a:ext cx="372200" cy="48275"/>
            </a:xfrm>
            <a:custGeom>
              <a:rect b="b" l="l" r="r" t="t"/>
              <a:pathLst>
                <a:path extrusionOk="0" h="1931" w="14888">
                  <a:moveTo>
                    <a:pt x="0" y="1"/>
                  </a:moveTo>
                  <a:lnTo>
                    <a:pt x="0" y="1930"/>
                  </a:lnTo>
                  <a:lnTo>
                    <a:pt x="14888" y="1930"/>
                  </a:lnTo>
                  <a:lnTo>
                    <a:pt x="14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30"/>
            <p:cNvSpPr/>
            <p:nvPr/>
          </p:nvSpPr>
          <p:spPr>
            <a:xfrm>
              <a:off x="4609800" y="3585250"/>
              <a:ext cx="671700" cy="99025"/>
            </a:xfrm>
            <a:custGeom>
              <a:rect b="b" l="l" r="r" t="t"/>
              <a:pathLst>
                <a:path extrusionOk="0" h="3961" w="26868">
                  <a:moveTo>
                    <a:pt x="1" y="0"/>
                  </a:moveTo>
                  <a:lnTo>
                    <a:pt x="652" y="3735"/>
                  </a:lnTo>
                  <a:lnTo>
                    <a:pt x="953" y="3735"/>
                  </a:lnTo>
                  <a:cubicBezTo>
                    <a:pt x="953" y="3722"/>
                    <a:pt x="959" y="3716"/>
                    <a:pt x="969" y="3716"/>
                  </a:cubicBezTo>
                  <a:cubicBezTo>
                    <a:pt x="978" y="3716"/>
                    <a:pt x="991" y="3722"/>
                    <a:pt x="1003" y="3735"/>
                  </a:cubicBezTo>
                  <a:cubicBezTo>
                    <a:pt x="1191" y="3722"/>
                    <a:pt x="1448" y="3716"/>
                    <a:pt x="1768" y="3716"/>
                  </a:cubicBezTo>
                  <a:cubicBezTo>
                    <a:pt x="2087" y="3716"/>
                    <a:pt x="2469" y="3722"/>
                    <a:pt x="2908" y="3735"/>
                  </a:cubicBezTo>
                  <a:lnTo>
                    <a:pt x="2933" y="3735"/>
                  </a:lnTo>
                  <a:cubicBezTo>
                    <a:pt x="7043" y="3760"/>
                    <a:pt x="15715" y="3860"/>
                    <a:pt x="21204" y="3910"/>
                  </a:cubicBezTo>
                  <a:lnTo>
                    <a:pt x="21254" y="3910"/>
                  </a:lnTo>
                  <a:cubicBezTo>
                    <a:pt x="21680" y="3910"/>
                    <a:pt x="22106" y="3910"/>
                    <a:pt x="22482" y="3935"/>
                  </a:cubicBezTo>
                  <a:lnTo>
                    <a:pt x="22532" y="3935"/>
                  </a:lnTo>
                  <a:cubicBezTo>
                    <a:pt x="23610" y="3935"/>
                    <a:pt x="24487" y="3935"/>
                    <a:pt x="25114" y="3960"/>
                  </a:cubicBezTo>
                  <a:lnTo>
                    <a:pt x="26116" y="3960"/>
                  </a:lnTo>
                  <a:lnTo>
                    <a:pt x="26868" y="251"/>
                  </a:lnTo>
                  <a:lnTo>
                    <a:pt x="21454" y="201"/>
                  </a:lnTo>
                  <a:lnTo>
                    <a:pt x="21429" y="20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12A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30"/>
            <p:cNvSpPr/>
            <p:nvPr/>
          </p:nvSpPr>
          <p:spPr>
            <a:xfrm>
              <a:off x="4689375" y="3615325"/>
              <a:ext cx="132225" cy="4400"/>
            </a:xfrm>
            <a:custGeom>
              <a:rect b="b" l="l" r="r" t="t"/>
              <a:pathLst>
                <a:path extrusionOk="0" h="176" w="5289">
                  <a:moveTo>
                    <a:pt x="76" y="0"/>
                  </a:moveTo>
                  <a:cubicBezTo>
                    <a:pt x="51" y="0"/>
                    <a:pt x="1" y="51"/>
                    <a:pt x="1" y="101"/>
                  </a:cubicBezTo>
                  <a:cubicBezTo>
                    <a:pt x="1" y="151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51"/>
                    <a:pt x="5289" y="101"/>
                  </a:cubicBezTo>
                  <a:cubicBezTo>
                    <a:pt x="5289" y="51"/>
                    <a:pt x="5239" y="0"/>
                    <a:pt x="5189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30"/>
            <p:cNvSpPr/>
            <p:nvPr/>
          </p:nvSpPr>
          <p:spPr>
            <a:xfrm>
              <a:off x="4689375" y="3625975"/>
              <a:ext cx="132225" cy="4400"/>
            </a:xfrm>
            <a:custGeom>
              <a:rect b="b" l="l" r="r" t="t"/>
              <a:pathLst>
                <a:path extrusionOk="0" h="176" w="5289">
                  <a:moveTo>
                    <a:pt x="76" y="1"/>
                  </a:moveTo>
                  <a:cubicBezTo>
                    <a:pt x="51" y="1"/>
                    <a:pt x="1" y="26"/>
                    <a:pt x="1" y="76"/>
                  </a:cubicBezTo>
                  <a:cubicBezTo>
                    <a:pt x="1" y="126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26"/>
                    <a:pt x="5289" y="76"/>
                  </a:cubicBezTo>
                  <a:cubicBezTo>
                    <a:pt x="5289" y="26"/>
                    <a:pt x="5239" y="1"/>
                    <a:pt x="5189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30"/>
            <p:cNvSpPr/>
            <p:nvPr/>
          </p:nvSpPr>
          <p:spPr>
            <a:xfrm>
              <a:off x="4689375" y="3636000"/>
              <a:ext cx="132225" cy="4400"/>
            </a:xfrm>
            <a:custGeom>
              <a:rect b="b" l="l" r="r" t="t"/>
              <a:pathLst>
                <a:path extrusionOk="0" h="176" w="5289">
                  <a:moveTo>
                    <a:pt x="76" y="1"/>
                  </a:moveTo>
                  <a:cubicBezTo>
                    <a:pt x="51" y="1"/>
                    <a:pt x="1" y="51"/>
                    <a:pt x="1" y="101"/>
                  </a:cubicBezTo>
                  <a:cubicBezTo>
                    <a:pt x="1" y="151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51"/>
                    <a:pt x="5289" y="101"/>
                  </a:cubicBezTo>
                  <a:cubicBezTo>
                    <a:pt x="5289" y="51"/>
                    <a:pt x="5239" y="1"/>
                    <a:pt x="5189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0"/>
            <p:cNvSpPr/>
            <p:nvPr/>
          </p:nvSpPr>
          <p:spPr>
            <a:xfrm>
              <a:off x="4689375" y="3646650"/>
              <a:ext cx="132225" cy="4425"/>
            </a:xfrm>
            <a:custGeom>
              <a:rect b="b" l="l" r="r" t="t"/>
              <a:pathLst>
                <a:path extrusionOk="0" h="177" w="5289">
                  <a:moveTo>
                    <a:pt x="76" y="1"/>
                  </a:moveTo>
                  <a:cubicBezTo>
                    <a:pt x="51" y="1"/>
                    <a:pt x="1" y="26"/>
                    <a:pt x="1" y="76"/>
                  </a:cubicBezTo>
                  <a:cubicBezTo>
                    <a:pt x="1" y="126"/>
                    <a:pt x="51" y="176"/>
                    <a:pt x="76" y="176"/>
                  </a:cubicBezTo>
                  <a:lnTo>
                    <a:pt x="5189" y="176"/>
                  </a:lnTo>
                  <a:cubicBezTo>
                    <a:pt x="5239" y="176"/>
                    <a:pt x="5289" y="126"/>
                    <a:pt x="5289" y="76"/>
                  </a:cubicBezTo>
                  <a:cubicBezTo>
                    <a:pt x="5289" y="26"/>
                    <a:pt x="5239" y="1"/>
                    <a:pt x="5189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30"/>
            <p:cNvSpPr/>
            <p:nvPr/>
          </p:nvSpPr>
          <p:spPr>
            <a:xfrm>
              <a:off x="4619200" y="3597150"/>
              <a:ext cx="63925" cy="81475"/>
            </a:xfrm>
            <a:custGeom>
              <a:rect b="b" l="l" r="r" t="t"/>
              <a:pathLst>
                <a:path extrusionOk="0" h="3259" w="2557">
                  <a:moveTo>
                    <a:pt x="26" y="1"/>
                  </a:moveTo>
                  <a:cubicBezTo>
                    <a:pt x="26" y="1"/>
                    <a:pt x="26" y="26"/>
                    <a:pt x="26" y="26"/>
                  </a:cubicBezTo>
                  <a:lnTo>
                    <a:pt x="1" y="26"/>
                  </a:lnTo>
                  <a:lnTo>
                    <a:pt x="577" y="3259"/>
                  </a:lnTo>
                  <a:cubicBezTo>
                    <a:pt x="577" y="3246"/>
                    <a:pt x="583" y="3240"/>
                    <a:pt x="593" y="3240"/>
                  </a:cubicBezTo>
                  <a:cubicBezTo>
                    <a:pt x="602" y="3240"/>
                    <a:pt x="615" y="3246"/>
                    <a:pt x="627" y="3259"/>
                  </a:cubicBezTo>
                  <a:lnTo>
                    <a:pt x="51" y="51"/>
                  </a:lnTo>
                  <a:lnTo>
                    <a:pt x="1905" y="76"/>
                  </a:lnTo>
                  <a:lnTo>
                    <a:pt x="2532" y="3259"/>
                  </a:lnTo>
                  <a:lnTo>
                    <a:pt x="2557" y="3259"/>
                  </a:lnTo>
                  <a:lnTo>
                    <a:pt x="1930" y="51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30"/>
            <p:cNvSpPr/>
            <p:nvPr/>
          </p:nvSpPr>
          <p:spPr>
            <a:xfrm>
              <a:off x="5139875" y="3589000"/>
              <a:ext cx="6300" cy="94025"/>
            </a:xfrm>
            <a:custGeom>
              <a:rect b="b" l="l" r="r" t="t"/>
              <a:pathLst>
                <a:path extrusionOk="0" h="3761" w="252">
                  <a:moveTo>
                    <a:pt x="251" y="1"/>
                  </a:moveTo>
                  <a:cubicBezTo>
                    <a:pt x="226" y="1"/>
                    <a:pt x="226" y="26"/>
                    <a:pt x="226" y="26"/>
                  </a:cubicBezTo>
                  <a:lnTo>
                    <a:pt x="226" y="51"/>
                  </a:lnTo>
                  <a:lnTo>
                    <a:pt x="1" y="3760"/>
                  </a:lnTo>
                  <a:lnTo>
                    <a:pt x="51" y="3760"/>
                  </a:lnTo>
                  <a:lnTo>
                    <a:pt x="251" y="51"/>
                  </a:lnTo>
                  <a:lnTo>
                    <a:pt x="251" y="26"/>
                  </a:lnTo>
                  <a:cubicBezTo>
                    <a:pt x="251" y="26"/>
                    <a:pt x="251" y="1"/>
                    <a:pt x="251" y="1"/>
                  </a:cubicBezTo>
                  <a:close/>
                </a:path>
              </a:pathLst>
            </a:custGeom>
            <a:solidFill>
              <a:srgbClr val="512A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30"/>
            <p:cNvSpPr/>
            <p:nvPr/>
          </p:nvSpPr>
          <p:spPr>
            <a:xfrm>
              <a:off x="5171825" y="3609675"/>
              <a:ext cx="75850" cy="74600"/>
            </a:xfrm>
            <a:custGeom>
              <a:rect b="b" l="l" r="r" t="t"/>
              <a:pathLst>
                <a:path extrusionOk="0" h="2984" w="3034">
                  <a:moveTo>
                    <a:pt x="352" y="1"/>
                  </a:moveTo>
                  <a:cubicBezTo>
                    <a:pt x="352" y="1"/>
                    <a:pt x="327" y="26"/>
                    <a:pt x="327" y="26"/>
                  </a:cubicBezTo>
                  <a:lnTo>
                    <a:pt x="1" y="2958"/>
                  </a:lnTo>
                  <a:lnTo>
                    <a:pt x="51" y="2958"/>
                  </a:lnTo>
                  <a:lnTo>
                    <a:pt x="377" y="51"/>
                  </a:lnTo>
                  <a:lnTo>
                    <a:pt x="2983" y="51"/>
                  </a:lnTo>
                  <a:lnTo>
                    <a:pt x="2633" y="2983"/>
                  </a:lnTo>
                  <a:lnTo>
                    <a:pt x="2683" y="2983"/>
                  </a:lnTo>
                  <a:lnTo>
                    <a:pt x="3034" y="26"/>
                  </a:lnTo>
                  <a:cubicBezTo>
                    <a:pt x="3034" y="26"/>
                    <a:pt x="3009" y="1"/>
                    <a:pt x="3009" y="1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30"/>
            <p:cNvSpPr/>
            <p:nvPr/>
          </p:nvSpPr>
          <p:spPr>
            <a:xfrm>
              <a:off x="4680600" y="3490000"/>
              <a:ext cx="58300" cy="18825"/>
            </a:xfrm>
            <a:custGeom>
              <a:rect b="b" l="l" r="r" t="t"/>
              <a:pathLst>
                <a:path extrusionOk="0" h="753" w="2332">
                  <a:moveTo>
                    <a:pt x="1179" y="1"/>
                  </a:moveTo>
                  <a:cubicBezTo>
                    <a:pt x="527" y="1"/>
                    <a:pt x="1" y="176"/>
                    <a:pt x="1" y="377"/>
                  </a:cubicBezTo>
                  <a:cubicBezTo>
                    <a:pt x="1" y="577"/>
                    <a:pt x="527" y="753"/>
                    <a:pt x="1179" y="753"/>
                  </a:cubicBezTo>
                  <a:cubicBezTo>
                    <a:pt x="1805" y="753"/>
                    <a:pt x="2332" y="577"/>
                    <a:pt x="2332" y="377"/>
                  </a:cubicBezTo>
                  <a:cubicBezTo>
                    <a:pt x="2332" y="176"/>
                    <a:pt x="1805" y="1"/>
                    <a:pt x="1179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30"/>
            <p:cNvSpPr/>
            <p:nvPr/>
          </p:nvSpPr>
          <p:spPr>
            <a:xfrm>
              <a:off x="4680600" y="3532625"/>
              <a:ext cx="58300" cy="18825"/>
            </a:xfrm>
            <a:custGeom>
              <a:rect b="b" l="l" r="r" t="t"/>
              <a:pathLst>
                <a:path extrusionOk="0" h="753" w="2332">
                  <a:moveTo>
                    <a:pt x="1179" y="0"/>
                  </a:moveTo>
                  <a:cubicBezTo>
                    <a:pt x="527" y="0"/>
                    <a:pt x="1" y="176"/>
                    <a:pt x="1" y="376"/>
                  </a:cubicBezTo>
                  <a:cubicBezTo>
                    <a:pt x="1" y="577"/>
                    <a:pt x="527" y="752"/>
                    <a:pt x="1179" y="752"/>
                  </a:cubicBezTo>
                  <a:cubicBezTo>
                    <a:pt x="1805" y="752"/>
                    <a:pt x="2332" y="577"/>
                    <a:pt x="2332" y="376"/>
                  </a:cubicBezTo>
                  <a:cubicBezTo>
                    <a:pt x="2332" y="176"/>
                    <a:pt x="1805" y="0"/>
                    <a:pt x="1179" y="0"/>
                  </a:cubicBez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30"/>
            <p:cNvSpPr/>
            <p:nvPr/>
          </p:nvSpPr>
          <p:spPr>
            <a:xfrm>
              <a:off x="4778975" y="3490000"/>
              <a:ext cx="57675" cy="18825"/>
            </a:xfrm>
            <a:custGeom>
              <a:rect b="b" l="l" r="r" t="t"/>
              <a:pathLst>
                <a:path extrusionOk="0" h="753" w="2307">
                  <a:moveTo>
                    <a:pt x="1154" y="1"/>
                  </a:moveTo>
                  <a:cubicBezTo>
                    <a:pt x="502" y="1"/>
                    <a:pt x="1" y="176"/>
                    <a:pt x="1" y="377"/>
                  </a:cubicBezTo>
                  <a:cubicBezTo>
                    <a:pt x="1" y="577"/>
                    <a:pt x="502" y="753"/>
                    <a:pt x="1154" y="753"/>
                  </a:cubicBezTo>
                  <a:cubicBezTo>
                    <a:pt x="1805" y="753"/>
                    <a:pt x="2306" y="577"/>
                    <a:pt x="2306" y="377"/>
                  </a:cubicBezTo>
                  <a:cubicBezTo>
                    <a:pt x="2306" y="176"/>
                    <a:pt x="1805" y="1"/>
                    <a:pt x="1154" y="1"/>
                  </a:cubicBez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4778975" y="3532625"/>
              <a:ext cx="57675" cy="18825"/>
            </a:xfrm>
            <a:custGeom>
              <a:rect b="b" l="l" r="r" t="t"/>
              <a:pathLst>
                <a:path extrusionOk="0" h="753" w="2307">
                  <a:moveTo>
                    <a:pt x="1154" y="0"/>
                  </a:moveTo>
                  <a:cubicBezTo>
                    <a:pt x="502" y="0"/>
                    <a:pt x="1" y="176"/>
                    <a:pt x="1" y="376"/>
                  </a:cubicBezTo>
                  <a:cubicBezTo>
                    <a:pt x="1" y="577"/>
                    <a:pt x="502" y="752"/>
                    <a:pt x="1154" y="752"/>
                  </a:cubicBezTo>
                  <a:cubicBezTo>
                    <a:pt x="1805" y="752"/>
                    <a:pt x="2306" y="577"/>
                    <a:pt x="2306" y="376"/>
                  </a:cubicBezTo>
                  <a:cubicBezTo>
                    <a:pt x="2306" y="176"/>
                    <a:pt x="1805" y="0"/>
                    <a:pt x="1154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0"/>
            <p:cNvSpPr/>
            <p:nvPr/>
          </p:nvSpPr>
          <p:spPr>
            <a:xfrm>
              <a:off x="5058425" y="3490000"/>
              <a:ext cx="58300" cy="18825"/>
            </a:xfrm>
            <a:custGeom>
              <a:rect b="b" l="l" r="r" t="t"/>
              <a:pathLst>
                <a:path extrusionOk="0" h="753" w="2332">
                  <a:moveTo>
                    <a:pt x="1179" y="1"/>
                  </a:moveTo>
                  <a:cubicBezTo>
                    <a:pt x="527" y="1"/>
                    <a:pt x="1" y="176"/>
                    <a:pt x="1" y="377"/>
                  </a:cubicBezTo>
                  <a:cubicBezTo>
                    <a:pt x="1" y="577"/>
                    <a:pt x="527" y="753"/>
                    <a:pt x="1179" y="753"/>
                  </a:cubicBezTo>
                  <a:cubicBezTo>
                    <a:pt x="1805" y="753"/>
                    <a:pt x="2331" y="577"/>
                    <a:pt x="2331" y="377"/>
                  </a:cubicBezTo>
                  <a:cubicBezTo>
                    <a:pt x="2331" y="176"/>
                    <a:pt x="1805" y="1"/>
                    <a:pt x="1179" y="1"/>
                  </a:cubicBez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5058425" y="3532625"/>
              <a:ext cx="58300" cy="18825"/>
            </a:xfrm>
            <a:custGeom>
              <a:rect b="b" l="l" r="r" t="t"/>
              <a:pathLst>
                <a:path extrusionOk="0" h="753" w="2332">
                  <a:moveTo>
                    <a:pt x="1179" y="0"/>
                  </a:moveTo>
                  <a:cubicBezTo>
                    <a:pt x="527" y="0"/>
                    <a:pt x="1" y="176"/>
                    <a:pt x="1" y="376"/>
                  </a:cubicBezTo>
                  <a:cubicBezTo>
                    <a:pt x="1" y="577"/>
                    <a:pt x="527" y="752"/>
                    <a:pt x="1179" y="752"/>
                  </a:cubicBezTo>
                  <a:cubicBezTo>
                    <a:pt x="1805" y="752"/>
                    <a:pt x="2331" y="577"/>
                    <a:pt x="2331" y="376"/>
                  </a:cubicBezTo>
                  <a:cubicBezTo>
                    <a:pt x="2331" y="176"/>
                    <a:pt x="1805" y="0"/>
                    <a:pt x="11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5156175" y="3490000"/>
              <a:ext cx="58300" cy="18825"/>
            </a:xfrm>
            <a:custGeom>
              <a:rect b="b" l="l" r="r" t="t"/>
              <a:pathLst>
                <a:path extrusionOk="0" h="753" w="2332">
                  <a:moveTo>
                    <a:pt x="1178" y="1"/>
                  </a:moveTo>
                  <a:cubicBezTo>
                    <a:pt x="527" y="1"/>
                    <a:pt x="0" y="176"/>
                    <a:pt x="0" y="377"/>
                  </a:cubicBezTo>
                  <a:cubicBezTo>
                    <a:pt x="0" y="577"/>
                    <a:pt x="527" y="753"/>
                    <a:pt x="1178" y="753"/>
                  </a:cubicBezTo>
                  <a:cubicBezTo>
                    <a:pt x="1805" y="753"/>
                    <a:pt x="2331" y="577"/>
                    <a:pt x="2331" y="377"/>
                  </a:cubicBezTo>
                  <a:cubicBezTo>
                    <a:pt x="2331" y="176"/>
                    <a:pt x="1805" y="1"/>
                    <a:pt x="11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5156175" y="3532625"/>
              <a:ext cx="58300" cy="18825"/>
            </a:xfrm>
            <a:custGeom>
              <a:rect b="b" l="l" r="r" t="t"/>
              <a:pathLst>
                <a:path extrusionOk="0" h="753" w="2332">
                  <a:moveTo>
                    <a:pt x="1178" y="0"/>
                  </a:moveTo>
                  <a:cubicBezTo>
                    <a:pt x="527" y="0"/>
                    <a:pt x="0" y="176"/>
                    <a:pt x="0" y="376"/>
                  </a:cubicBezTo>
                  <a:cubicBezTo>
                    <a:pt x="0" y="577"/>
                    <a:pt x="527" y="752"/>
                    <a:pt x="1178" y="752"/>
                  </a:cubicBezTo>
                  <a:cubicBezTo>
                    <a:pt x="1805" y="752"/>
                    <a:pt x="2331" y="577"/>
                    <a:pt x="2331" y="376"/>
                  </a:cubicBezTo>
                  <a:cubicBezTo>
                    <a:pt x="2331" y="176"/>
                    <a:pt x="1805" y="0"/>
                    <a:pt x="11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4894900" y="3521350"/>
              <a:ext cx="131600" cy="38850"/>
            </a:xfrm>
            <a:custGeom>
              <a:rect b="b" l="l" r="r" t="t"/>
              <a:pathLst>
                <a:path extrusionOk="0" h="1554" w="5264">
                  <a:moveTo>
                    <a:pt x="2632" y="100"/>
                  </a:moveTo>
                  <a:cubicBezTo>
                    <a:pt x="4161" y="100"/>
                    <a:pt x="5188" y="451"/>
                    <a:pt x="5188" y="777"/>
                  </a:cubicBezTo>
                  <a:cubicBezTo>
                    <a:pt x="5188" y="1103"/>
                    <a:pt x="4161" y="1454"/>
                    <a:pt x="2632" y="1454"/>
                  </a:cubicBezTo>
                  <a:cubicBezTo>
                    <a:pt x="1128" y="1454"/>
                    <a:pt x="100" y="1103"/>
                    <a:pt x="100" y="777"/>
                  </a:cubicBezTo>
                  <a:cubicBezTo>
                    <a:pt x="100" y="451"/>
                    <a:pt x="1128" y="100"/>
                    <a:pt x="2632" y="100"/>
                  </a:cubicBezTo>
                  <a:close/>
                  <a:moveTo>
                    <a:pt x="2632" y="0"/>
                  </a:moveTo>
                  <a:cubicBezTo>
                    <a:pt x="1354" y="0"/>
                    <a:pt x="0" y="301"/>
                    <a:pt x="0" y="777"/>
                  </a:cubicBezTo>
                  <a:cubicBezTo>
                    <a:pt x="0" y="1253"/>
                    <a:pt x="1354" y="1554"/>
                    <a:pt x="2632" y="1554"/>
                  </a:cubicBezTo>
                  <a:cubicBezTo>
                    <a:pt x="3935" y="1554"/>
                    <a:pt x="5263" y="1253"/>
                    <a:pt x="5263" y="777"/>
                  </a:cubicBezTo>
                  <a:cubicBezTo>
                    <a:pt x="5263" y="301"/>
                    <a:pt x="3935" y="0"/>
                    <a:pt x="263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4960050" y="3478725"/>
              <a:ext cx="1900" cy="63325"/>
            </a:xfrm>
            <a:custGeom>
              <a:rect b="b" l="l" r="r" t="t"/>
              <a:pathLst>
                <a:path extrusionOk="0" h="2533" w="76">
                  <a:moveTo>
                    <a:pt x="26" y="1"/>
                  </a:moveTo>
                  <a:cubicBezTo>
                    <a:pt x="1" y="1"/>
                    <a:pt x="1" y="26"/>
                    <a:pt x="1" y="51"/>
                  </a:cubicBezTo>
                  <a:lnTo>
                    <a:pt x="1" y="2482"/>
                  </a:lnTo>
                  <a:cubicBezTo>
                    <a:pt x="1" y="2507"/>
                    <a:pt x="1" y="2532"/>
                    <a:pt x="26" y="2532"/>
                  </a:cubicBezTo>
                  <a:cubicBezTo>
                    <a:pt x="51" y="2532"/>
                    <a:pt x="76" y="2507"/>
                    <a:pt x="76" y="2482"/>
                  </a:cubicBezTo>
                  <a:lnTo>
                    <a:pt x="76" y="51"/>
                  </a:lnTo>
                  <a:cubicBezTo>
                    <a:pt x="76" y="26"/>
                    <a:pt x="51" y="1"/>
                    <a:pt x="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4935625" y="3456800"/>
              <a:ext cx="47650" cy="48275"/>
            </a:xfrm>
            <a:custGeom>
              <a:rect b="b" l="l" r="r" t="t"/>
              <a:pathLst>
                <a:path extrusionOk="0" h="1931" w="1906">
                  <a:moveTo>
                    <a:pt x="953" y="1"/>
                  </a:moveTo>
                  <a:cubicBezTo>
                    <a:pt x="426" y="1"/>
                    <a:pt x="0" y="427"/>
                    <a:pt x="0" y="953"/>
                  </a:cubicBezTo>
                  <a:cubicBezTo>
                    <a:pt x="0" y="1504"/>
                    <a:pt x="426" y="1930"/>
                    <a:pt x="953" y="1930"/>
                  </a:cubicBezTo>
                  <a:cubicBezTo>
                    <a:pt x="1479" y="1930"/>
                    <a:pt x="1905" y="1504"/>
                    <a:pt x="1905" y="953"/>
                  </a:cubicBezTo>
                  <a:cubicBezTo>
                    <a:pt x="1905" y="427"/>
                    <a:pt x="1479" y="1"/>
                    <a:pt x="953" y="1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4715700" y="3149775"/>
              <a:ext cx="480600" cy="290750"/>
            </a:xfrm>
            <a:custGeom>
              <a:rect b="b" l="l" r="r" t="t"/>
              <a:pathLst>
                <a:path extrusionOk="0" h="11630" w="19224">
                  <a:moveTo>
                    <a:pt x="852" y="1"/>
                  </a:moveTo>
                  <a:lnTo>
                    <a:pt x="0" y="11630"/>
                  </a:lnTo>
                  <a:lnTo>
                    <a:pt x="19223" y="11630"/>
                  </a:lnTo>
                  <a:lnTo>
                    <a:pt x="18522" y="1"/>
                  </a:lnTo>
                  <a:close/>
                </a:path>
              </a:pathLst>
            </a:custGeom>
            <a:solidFill>
              <a:srgbClr val="512A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4736375" y="3162325"/>
              <a:ext cx="432350" cy="260675"/>
            </a:xfrm>
            <a:custGeom>
              <a:rect b="b" l="l" r="r" t="t"/>
              <a:pathLst>
                <a:path extrusionOk="0" h="10427" w="17294">
                  <a:moveTo>
                    <a:pt x="777" y="0"/>
                  </a:moveTo>
                  <a:lnTo>
                    <a:pt x="251" y="7293"/>
                  </a:lnTo>
                  <a:lnTo>
                    <a:pt x="0" y="10426"/>
                  </a:lnTo>
                  <a:lnTo>
                    <a:pt x="17294" y="10426"/>
                  </a:lnTo>
                  <a:lnTo>
                    <a:pt x="17093" y="7293"/>
                  </a:lnTo>
                  <a:lnTo>
                    <a:pt x="166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4736375" y="3344650"/>
              <a:ext cx="432350" cy="78350"/>
            </a:xfrm>
            <a:custGeom>
              <a:rect b="b" l="l" r="r" t="t"/>
              <a:pathLst>
                <a:path extrusionOk="0" h="3134" w="17294">
                  <a:moveTo>
                    <a:pt x="251" y="0"/>
                  </a:moveTo>
                  <a:lnTo>
                    <a:pt x="176" y="852"/>
                  </a:lnTo>
                  <a:lnTo>
                    <a:pt x="101" y="1930"/>
                  </a:lnTo>
                  <a:lnTo>
                    <a:pt x="50" y="2682"/>
                  </a:lnTo>
                  <a:lnTo>
                    <a:pt x="0" y="3133"/>
                  </a:lnTo>
                  <a:lnTo>
                    <a:pt x="17294" y="3133"/>
                  </a:lnTo>
                  <a:lnTo>
                    <a:pt x="17244" y="2306"/>
                  </a:lnTo>
                  <a:lnTo>
                    <a:pt x="17218" y="1930"/>
                  </a:lnTo>
                  <a:lnTo>
                    <a:pt x="17168" y="852"/>
                  </a:lnTo>
                  <a:lnTo>
                    <a:pt x="17093" y="0"/>
                  </a:lnTo>
                  <a:close/>
                </a:path>
              </a:pathLst>
            </a:custGeom>
            <a:solidFill>
              <a:srgbClr val="75FFF7">
                <a:alpha val="767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4736375" y="3365950"/>
              <a:ext cx="432350" cy="57050"/>
            </a:xfrm>
            <a:custGeom>
              <a:rect b="b" l="l" r="r" t="t"/>
              <a:pathLst>
                <a:path extrusionOk="0" h="2282" w="17294">
                  <a:moveTo>
                    <a:pt x="176" y="0"/>
                  </a:moveTo>
                  <a:lnTo>
                    <a:pt x="101" y="1078"/>
                  </a:lnTo>
                  <a:lnTo>
                    <a:pt x="50" y="1830"/>
                  </a:lnTo>
                  <a:lnTo>
                    <a:pt x="0" y="2281"/>
                  </a:lnTo>
                  <a:lnTo>
                    <a:pt x="17294" y="2281"/>
                  </a:lnTo>
                  <a:lnTo>
                    <a:pt x="17244" y="1454"/>
                  </a:lnTo>
                  <a:lnTo>
                    <a:pt x="17218" y="1078"/>
                  </a:lnTo>
                  <a:lnTo>
                    <a:pt x="171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4736375" y="3392900"/>
              <a:ext cx="432350" cy="30100"/>
            </a:xfrm>
            <a:custGeom>
              <a:rect b="b" l="l" r="r" t="t"/>
              <a:pathLst>
                <a:path extrusionOk="0" h="1204" w="17294">
                  <a:moveTo>
                    <a:pt x="101" y="0"/>
                  </a:moveTo>
                  <a:lnTo>
                    <a:pt x="50" y="752"/>
                  </a:lnTo>
                  <a:lnTo>
                    <a:pt x="0" y="1203"/>
                  </a:lnTo>
                  <a:lnTo>
                    <a:pt x="17294" y="1203"/>
                  </a:lnTo>
                  <a:lnTo>
                    <a:pt x="17244" y="376"/>
                  </a:lnTo>
                  <a:lnTo>
                    <a:pt x="17218" y="0"/>
                  </a:lnTo>
                  <a:close/>
                </a:path>
              </a:pathLst>
            </a:custGeom>
            <a:solidFill>
              <a:srgbClr val="512A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4736375" y="3401675"/>
              <a:ext cx="52025" cy="21325"/>
            </a:xfrm>
            <a:custGeom>
              <a:rect b="b" l="l" r="r" t="t"/>
              <a:pathLst>
                <a:path extrusionOk="0" h="853" w="2081">
                  <a:moveTo>
                    <a:pt x="953" y="0"/>
                  </a:moveTo>
                  <a:cubicBezTo>
                    <a:pt x="577" y="0"/>
                    <a:pt x="251" y="150"/>
                    <a:pt x="50" y="401"/>
                  </a:cubicBezTo>
                  <a:lnTo>
                    <a:pt x="0" y="852"/>
                  </a:lnTo>
                  <a:lnTo>
                    <a:pt x="2081" y="852"/>
                  </a:lnTo>
                  <a:cubicBezTo>
                    <a:pt x="1955" y="351"/>
                    <a:pt x="1479" y="0"/>
                    <a:pt x="953" y="0"/>
                  </a:cubicBez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4789000" y="3401675"/>
              <a:ext cx="57675" cy="21325"/>
            </a:xfrm>
            <a:custGeom>
              <a:rect b="b" l="l" r="r" t="t"/>
              <a:pathLst>
                <a:path extrusionOk="0" h="853" w="2307">
                  <a:moveTo>
                    <a:pt x="1154" y="0"/>
                  </a:moveTo>
                  <a:cubicBezTo>
                    <a:pt x="602" y="0"/>
                    <a:pt x="126" y="351"/>
                    <a:pt x="1" y="852"/>
                  </a:cubicBezTo>
                  <a:lnTo>
                    <a:pt x="2306" y="852"/>
                  </a:lnTo>
                  <a:cubicBezTo>
                    <a:pt x="2281" y="827"/>
                    <a:pt x="2281" y="802"/>
                    <a:pt x="2281" y="777"/>
                  </a:cubicBezTo>
                  <a:cubicBezTo>
                    <a:pt x="2106" y="326"/>
                    <a:pt x="1655" y="0"/>
                    <a:pt x="1154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4844775" y="3401675"/>
              <a:ext cx="57650" cy="21325"/>
            </a:xfrm>
            <a:custGeom>
              <a:rect b="b" l="l" r="r" t="t"/>
              <a:pathLst>
                <a:path extrusionOk="0" h="853" w="2306">
                  <a:moveTo>
                    <a:pt x="1153" y="0"/>
                  </a:moveTo>
                  <a:cubicBezTo>
                    <a:pt x="652" y="0"/>
                    <a:pt x="201" y="326"/>
                    <a:pt x="50" y="777"/>
                  </a:cubicBezTo>
                  <a:cubicBezTo>
                    <a:pt x="25" y="802"/>
                    <a:pt x="25" y="827"/>
                    <a:pt x="0" y="852"/>
                  </a:cubicBezTo>
                  <a:lnTo>
                    <a:pt x="2306" y="852"/>
                  </a:lnTo>
                  <a:cubicBezTo>
                    <a:pt x="2181" y="351"/>
                    <a:pt x="1704" y="0"/>
                    <a:pt x="1153" y="0"/>
                  </a:cubicBez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4903050" y="3401675"/>
              <a:ext cx="57650" cy="21325"/>
            </a:xfrm>
            <a:custGeom>
              <a:rect b="b" l="l" r="r" t="t"/>
              <a:pathLst>
                <a:path extrusionOk="0" h="853" w="2306">
                  <a:moveTo>
                    <a:pt x="1153" y="0"/>
                  </a:moveTo>
                  <a:cubicBezTo>
                    <a:pt x="602" y="0"/>
                    <a:pt x="125" y="351"/>
                    <a:pt x="0" y="852"/>
                  </a:cubicBezTo>
                  <a:lnTo>
                    <a:pt x="2306" y="852"/>
                  </a:lnTo>
                  <a:cubicBezTo>
                    <a:pt x="2281" y="827"/>
                    <a:pt x="2281" y="802"/>
                    <a:pt x="2256" y="777"/>
                  </a:cubicBezTo>
                  <a:cubicBezTo>
                    <a:pt x="2105" y="326"/>
                    <a:pt x="1654" y="0"/>
                    <a:pt x="1153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4958800" y="3401675"/>
              <a:ext cx="57675" cy="21325"/>
            </a:xfrm>
            <a:custGeom>
              <a:rect b="b" l="l" r="r" t="t"/>
              <a:pathLst>
                <a:path extrusionOk="0" h="853" w="2307">
                  <a:moveTo>
                    <a:pt x="1154" y="0"/>
                  </a:moveTo>
                  <a:cubicBezTo>
                    <a:pt x="652" y="0"/>
                    <a:pt x="201" y="326"/>
                    <a:pt x="26" y="777"/>
                  </a:cubicBezTo>
                  <a:cubicBezTo>
                    <a:pt x="26" y="802"/>
                    <a:pt x="26" y="827"/>
                    <a:pt x="1" y="852"/>
                  </a:cubicBezTo>
                  <a:lnTo>
                    <a:pt x="2306" y="852"/>
                  </a:lnTo>
                  <a:cubicBezTo>
                    <a:pt x="2181" y="351"/>
                    <a:pt x="1705" y="0"/>
                    <a:pt x="1154" y="0"/>
                  </a:cubicBez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5016450" y="3401675"/>
              <a:ext cx="57675" cy="21325"/>
            </a:xfrm>
            <a:custGeom>
              <a:rect b="b" l="l" r="r" t="t"/>
              <a:pathLst>
                <a:path extrusionOk="0" h="853" w="2307">
                  <a:moveTo>
                    <a:pt x="1153" y="0"/>
                  </a:moveTo>
                  <a:cubicBezTo>
                    <a:pt x="627" y="0"/>
                    <a:pt x="151" y="351"/>
                    <a:pt x="0" y="852"/>
                  </a:cubicBezTo>
                  <a:lnTo>
                    <a:pt x="2306" y="852"/>
                  </a:lnTo>
                  <a:cubicBezTo>
                    <a:pt x="2306" y="827"/>
                    <a:pt x="2306" y="802"/>
                    <a:pt x="2281" y="777"/>
                  </a:cubicBezTo>
                  <a:cubicBezTo>
                    <a:pt x="2131" y="326"/>
                    <a:pt x="1680" y="0"/>
                    <a:pt x="1153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5072850" y="3401675"/>
              <a:ext cx="57650" cy="21325"/>
            </a:xfrm>
            <a:custGeom>
              <a:rect b="b" l="l" r="r" t="t"/>
              <a:pathLst>
                <a:path extrusionOk="0" h="853" w="2306">
                  <a:moveTo>
                    <a:pt x="1153" y="0"/>
                  </a:moveTo>
                  <a:cubicBezTo>
                    <a:pt x="652" y="0"/>
                    <a:pt x="201" y="326"/>
                    <a:pt x="25" y="777"/>
                  </a:cubicBezTo>
                  <a:cubicBezTo>
                    <a:pt x="25" y="802"/>
                    <a:pt x="25" y="827"/>
                    <a:pt x="0" y="852"/>
                  </a:cubicBezTo>
                  <a:lnTo>
                    <a:pt x="2306" y="852"/>
                  </a:lnTo>
                  <a:cubicBezTo>
                    <a:pt x="2181" y="351"/>
                    <a:pt x="1704" y="0"/>
                    <a:pt x="1153" y="0"/>
                  </a:cubicBez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5130475" y="3401675"/>
              <a:ext cx="38250" cy="21325"/>
            </a:xfrm>
            <a:custGeom>
              <a:rect b="b" l="l" r="r" t="t"/>
              <a:pathLst>
                <a:path extrusionOk="0" h="853" w="1530">
                  <a:moveTo>
                    <a:pt x="1154" y="0"/>
                  </a:moveTo>
                  <a:cubicBezTo>
                    <a:pt x="602" y="0"/>
                    <a:pt x="151" y="351"/>
                    <a:pt x="1" y="852"/>
                  </a:cubicBezTo>
                  <a:lnTo>
                    <a:pt x="1530" y="852"/>
                  </a:lnTo>
                  <a:lnTo>
                    <a:pt x="1480" y="25"/>
                  </a:lnTo>
                  <a:cubicBezTo>
                    <a:pt x="1379" y="0"/>
                    <a:pt x="1279" y="0"/>
                    <a:pt x="1154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4775850" y="3180475"/>
              <a:ext cx="31975" cy="32000"/>
            </a:xfrm>
            <a:custGeom>
              <a:rect b="b" l="l" r="r" t="t"/>
              <a:pathLst>
                <a:path extrusionOk="0" h="1280" w="1279">
                  <a:moveTo>
                    <a:pt x="627" y="1"/>
                  </a:moveTo>
                  <a:cubicBezTo>
                    <a:pt x="276" y="1"/>
                    <a:pt x="0" y="277"/>
                    <a:pt x="0" y="627"/>
                  </a:cubicBezTo>
                  <a:cubicBezTo>
                    <a:pt x="0" y="978"/>
                    <a:pt x="276" y="1279"/>
                    <a:pt x="627" y="1279"/>
                  </a:cubicBezTo>
                  <a:cubicBezTo>
                    <a:pt x="978" y="1279"/>
                    <a:pt x="1279" y="978"/>
                    <a:pt x="1279" y="627"/>
                  </a:cubicBezTo>
                  <a:cubicBezTo>
                    <a:pt x="1279" y="277"/>
                    <a:pt x="978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4822850" y="3180475"/>
              <a:ext cx="31975" cy="32000"/>
            </a:xfrm>
            <a:custGeom>
              <a:rect b="b" l="l" r="r" t="t"/>
              <a:pathLst>
                <a:path extrusionOk="0" h="1280" w="1279">
                  <a:moveTo>
                    <a:pt x="652" y="1"/>
                  </a:moveTo>
                  <a:cubicBezTo>
                    <a:pt x="301" y="1"/>
                    <a:pt x="0" y="277"/>
                    <a:pt x="0" y="627"/>
                  </a:cubicBezTo>
                  <a:cubicBezTo>
                    <a:pt x="0" y="978"/>
                    <a:pt x="301" y="1279"/>
                    <a:pt x="652" y="1279"/>
                  </a:cubicBezTo>
                  <a:cubicBezTo>
                    <a:pt x="1003" y="1279"/>
                    <a:pt x="1278" y="978"/>
                    <a:pt x="1278" y="627"/>
                  </a:cubicBezTo>
                  <a:cubicBezTo>
                    <a:pt x="1278" y="277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4870450" y="3180475"/>
              <a:ext cx="31975" cy="32000"/>
            </a:xfrm>
            <a:custGeom>
              <a:rect b="b" l="l" r="r" t="t"/>
              <a:pathLst>
                <a:path extrusionOk="0" h="1280" w="1279">
                  <a:moveTo>
                    <a:pt x="627" y="1"/>
                  </a:moveTo>
                  <a:cubicBezTo>
                    <a:pt x="276" y="1"/>
                    <a:pt x="1" y="277"/>
                    <a:pt x="1" y="627"/>
                  </a:cubicBezTo>
                  <a:cubicBezTo>
                    <a:pt x="1" y="978"/>
                    <a:pt x="276" y="1279"/>
                    <a:pt x="627" y="1279"/>
                  </a:cubicBezTo>
                  <a:cubicBezTo>
                    <a:pt x="978" y="1279"/>
                    <a:pt x="1279" y="978"/>
                    <a:pt x="1279" y="627"/>
                  </a:cubicBezTo>
                  <a:cubicBezTo>
                    <a:pt x="1279" y="277"/>
                    <a:pt x="978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5037750" y="3183000"/>
              <a:ext cx="97775" cy="17550"/>
            </a:xfrm>
            <a:custGeom>
              <a:rect b="b" l="l" r="r" t="t"/>
              <a:pathLst>
                <a:path extrusionOk="0" h="702" w="3911">
                  <a:moveTo>
                    <a:pt x="376" y="0"/>
                  </a:moveTo>
                  <a:cubicBezTo>
                    <a:pt x="176" y="0"/>
                    <a:pt x="1" y="151"/>
                    <a:pt x="1" y="351"/>
                  </a:cubicBezTo>
                  <a:cubicBezTo>
                    <a:pt x="1" y="552"/>
                    <a:pt x="176" y="702"/>
                    <a:pt x="376" y="702"/>
                  </a:cubicBezTo>
                  <a:lnTo>
                    <a:pt x="3559" y="702"/>
                  </a:lnTo>
                  <a:cubicBezTo>
                    <a:pt x="3760" y="702"/>
                    <a:pt x="3910" y="552"/>
                    <a:pt x="3910" y="351"/>
                  </a:cubicBezTo>
                  <a:cubicBezTo>
                    <a:pt x="3910" y="151"/>
                    <a:pt x="3760" y="0"/>
                    <a:pt x="35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4858550" y="3229975"/>
              <a:ext cx="43250" cy="43275"/>
            </a:xfrm>
            <a:custGeom>
              <a:rect b="b" l="l" r="r" t="t"/>
              <a:pathLst>
                <a:path extrusionOk="0" h="1731" w="1730">
                  <a:moveTo>
                    <a:pt x="502" y="1"/>
                  </a:moveTo>
                  <a:lnTo>
                    <a:pt x="502" y="226"/>
                  </a:lnTo>
                  <a:lnTo>
                    <a:pt x="251" y="226"/>
                  </a:lnTo>
                  <a:lnTo>
                    <a:pt x="251" y="477"/>
                  </a:lnTo>
                  <a:lnTo>
                    <a:pt x="1" y="477"/>
                  </a:lnTo>
                  <a:lnTo>
                    <a:pt x="1" y="1229"/>
                  </a:lnTo>
                  <a:lnTo>
                    <a:pt x="226" y="1229"/>
                  </a:lnTo>
                  <a:lnTo>
                    <a:pt x="226" y="1480"/>
                  </a:lnTo>
                  <a:lnTo>
                    <a:pt x="477" y="1480"/>
                  </a:lnTo>
                  <a:lnTo>
                    <a:pt x="477" y="1730"/>
                  </a:lnTo>
                  <a:lnTo>
                    <a:pt x="1730" y="1730"/>
                  </a:lnTo>
                  <a:lnTo>
                    <a:pt x="1730" y="753"/>
                  </a:lnTo>
                  <a:lnTo>
                    <a:pt x="978" y="728"/>
                  </a:lnTo>
                  <a:lnTo>
                    <a:pt x="978" y="978"/>
                  </a:lnTo>
                  <a:lnTo>
                    <a:pt x="1229" y="978"/>
                  </a:lnTo>
                  <a:lnTo>
                    <a:pt x="1229" y="1480"/>
                  </a:lnTo>
                  <a:lnTo>
                    <a:pt x="727" y="1480"/>
                  </a:lnTo>
                  <a:lnTo>
                    <a:pt x="727" y="1229"/>
                  </a:lnTo>
                  <a:lnTo>
                    <a:pt x="477" y="1229"/>
                  </a:lnTo>
                  <a:lnTo>
                    <a:pt x="502" y="477"/>
                  </a:lnTo>
                  <a:lnTo>
                    <a:pt x="752" y="477"/>
                  </a:lnTo>
                  <a:lnTo>
                    <a:pt x="752" y="251"/>
                  </a:lnTo>
                  <a:lnTo>
                    <a:pt x="1730" y="251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4908050" y="3229975"/>
              <a:ext cx="43250" cy="43900"/>
            </a:xfrm>
            <a:custGeom>
              <a:rect b="b" l="l" r="r" t="t"/>
              <a:pathLst>
                <a:path extrusionOk="0" h="1756" w="1730">
                  <a:moveTo>
                    <a:pt x="1003" y="251"/>
                  </a:moveTo>
                  <a:lnTo>
                    <a:pt x="1003" y="502"/>
                  </a:lnTo>
                  <a:lnTo>
                    <a:pt x="1254" y="502"/>
                  </a:lnTo>
                  <a:lnTo>
                    <a:pt x="1229" y="1003"/>
                  </a:lnTo>
                  <a:lnTo>
                    <a:pt x="502" y="1003"/>
                  </a:lnTo>
                  <a:lnTo>
                    <a:pt x="502" y="502"/>
                  </a:lnTo>
                  <a:lnTo>
                    <a:pt x="752" y="502"/>
                  </a:lnTo>
                  <a:lnTo>
                    <a:pt x="752" y="251"/>
                  </a:lnTo>
                  <a:close/>
                  <a:moveTo>
                    <a:pt x="502" y="1"/>
                  </a:moveTo>
                  <a:lnTo>
                    <a:pt x="502" y="251"/>
                  </a:lnTo>
                  <a:lnTo>
                    <a:pt x="251" y="251"/>
                  </a:lnTo>
                  <a:lnTo>
                    <a:pt x="251" y="502"/>
                  </a:lnTo>
                  <a:lnTo>
                    <a:pt x="1" y="502"/>
                  </a:lnTo>
                  <a:lnTo>
                    <a:pt x="1" y="1730"/>
                  </a:lnTo>
                  <a:lnTo>
                    <a:pt x="477" y="1755"/>
                  </a:lnTo>
                  <a:lnTo>
                    <a:pt x="502" y="1254"/>
                  </a:lnTo>
                  <a:lnTo>
                    <a:pt x="1229" y="1254"/>
                  </a:lnTo>
                  <a:lnTo>
                    <a:pt x="1229" y="1755"/>
                  </a:lnTo>
                  <a:lnTo>
                    <a:pt x="1730" y="1755"/>
                  </a:lnTo>
                  <a:lnTo>
                    <a:pt x="1730" y="502"/>
                  </a:lnTo>
                  <a:lnTo>
                    <a:pt x="1504" y="502"/>
                  </a:lnTo>
                  <a:lnTo>
                    <a:pt x="1504" y="251"/>
                  </a:lnTo>
                  <a:lnTo>
                    <a:pt x="1254" y="251"/>
                  </a:lnTo>
                  <a:lnTo>
                    <a:pt x="125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4957550" y="3230600"/>
              <a:ext cx="43875" cy="43900"/>
            </a:xfrm>
            <a:custGeom>
              <a:rect b="b" l="l" r="r" t="t"/>
              <a:pathLst>
                <a:path extrusionOk="0" h="1756" w="1755">
                  <a:moveTo>
                    <a:pt x="1" y="1"/>
                  </a:moveTo>
                  <a:lnTo>
                    <a:pt x="1" y="1730"/>
                  </a:lnTo>
                  <a:lnTo>
                    <a:pt x="502" y="1730"/>
                  </a:lnTo>
                  <a:lnTo>
                    <a:pt x="502" y="753"/>
                  </a:lnTo>
                  <a:lnTo>
                    <a:pt x="752" y="753"/>
                  </a:lnTo>
                  <a:lnTo>
                    <a:pt x="752" y="1254"/>
                  </a:lnTo>
                  <a:lnTo>
                    <a:pt x="1003" y="1254"/>
                  </a:lnTo>
                  <a:lnTo>
                    <a:pt x="1003" y="753"/>
                  </a:lnTo>
                  <a:lnTo>
                    <a:pt x="1254" y="753"/>
                  </a:lnTo>
                  <a:lnTo>
                    <a:pt x="1229" y="1755"/>
                  </a:lnTo>
                  <a:lnTo>
                    <a:pt x="1730" y="1755"/>
                  </a:lnTo>
                  <a:lnTo>
                    <a:pt x="1755" y="1"/>
                  </a:lnTo>
                  <a:lnTo>
                    <a:pt x="1254" y="1"/>
                  </a:lnTo>
                  <a:lnTo>
                    <a:pt x="1254" y="252"/>
                  </a:lnTo>
                  <a:lnTo>
                    <a:pt x="1003" y="252"/>
                  </a:lnTo>
                  <a:lnTo>
                    <a:pt x="1003" y="502"/>
                  </a:lnTo>
                  <a:lnTo>
                    <a:pt x="752" y="502"/>
                  </a:lnTo>
                  <a:lnTo>
                    <a:pt x="752" y="252"/>
                  </a:lnTo>
                  <a:lnTo>
                    <a:pt x="502" y="252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5007050" y="3230600"/>
              <a:ext cx="43875" cy="43900"/>
            </a:xfrm>
            <a:custGeom>
              <a:rect b="b" l="l" r="r" t="t"/>
              <a:pathLst>
                <a:path extrusionOk="0" h="1756" w="1755">
                  <a:moveTo>
                    <a:pt x="26" y="1"/>
                  </a:moveTo>
                  <a:lnTo>
                    <a:pt x="0" y="1755"/>
                  </a:lnTo>
                  <a:lnTo>
                    <a:pt x="1730" y="1755"/>
                  </a:lnTo>
                  <a:lnTo>
                    <a:pt x="1755" y="1505"/>
                  </a:lnTo>
                  <a:lnTo>
                    <a:pt x="502" y="1505"/>
                  </a:lnTo>
                  <a:lnTo>
                    <a:pt x="502" y="1003"/>
                  </a:lnTo>
                  <a:lnTo>
                    <a:pt x="1504" y="1028"/>
                  </a:lnTo>
                  <a:lnTo>
                    <a:pt x="1504" y="778"/>
                  </a:lnTo>
                  <a:lnTo>
                    <a:pt x="502" y="753"/>
                  </a:lnTo>
                  <a:lnTo>
                    <a:pt x="502" y="277"/>
                  </a:lnTo>
                  <a:lnTo>
                    <a:pt x="1755" y="277"/>
                  </a:lnTo>
                  <a:lnTo>
                    <a:pt x="1755" y="26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4857925" y="3289500"/>
              <a:ext cx="43250" cy="43275"/>
            </a:xfrm>
            <a:custGeom>
              <a:rect b="b" l="l" r="r" t="t"/>
              <a:pathLst>
                <a:path extrusionOk="0" h="1731" w="1730">
                  <a:moveTo>
                    <a:pt x="1254" y="251"/>
                  </a:moveTo>
                  <a:lnTo>
                    <a:pt x="1229" y="1480"/>
                  </a:lnTo>
                  <a:lnTo>
                    <a:pt x="477" y="1480"/>
                  </a:lnTo>
                  <a:lnTo>
                    <a:pt x="502" y="251"/>
                  </a:lnTo>
                  <a:close/>
                  <a:moveTo>
                    <a:pt x="251" y="1"/>
                  </a:moveTo>
                  <a:lnTo>
                    <a:pt x="251" y="226"/>
                  </a:lnTo>
                  <a:lnTo>
                    <a:pt x="1" y="226"/>
                  </a:lnTo>
                  <a:lnTo>
                    <a:pt x="1" y="1480"/>
                  </a:lnTo>
                  <a:lnTo>
                    <a:pt x="251" y="1480"/>
                  </a:lnTo>
                  <a:lnTo>
                    <a:pt x="226" y="1730"/>
                  </a:lnTo>
                  <a:lnTo>
                    <a:pt x="1479" y="1730"/>
                  </a:lnTo>
                  <a:lnTo>
                    <a:pt x="1479" y="1480"/>
                  </a:lnTo>
                  <a:lnTo>
                    <a:pt x="1730" y="1480"/>
                  </a:lnTo>
                  <a:lnTo>
                    <a:pt x="1730" y="251"/>
                  </a:lnTo>
                  <a:lnTo>
                    <a:pt x="1504" y="251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4907425" y="3289500"/>
              <a:ext cx="43875" cy="43900"/>
            </a:xfrm>
            <a:custGeom>
              <a:rect b="b" l="l" r="r" t="t"/>
              <a:pathLst>
                <a:path extrusionOk="0" h="1756" w="1755">
                  <a:moveTo>
                    <a:pt x="0" y="1"/>
                  </a:moveTo>
                  <a:lnTo>
                    <a:pt x="0" y="1003"/>
                  </a:lnTo>
                  <a:lnTo>
                    <a:pt x="251" y="1003"/>
                  </a:lnTo>
                  <a:lnTo>
                    <a:pt x="251" y="1254"/>
                  </a:lnTo>
                  <a:lnTo>
                    <a:pt x="502" y="1254"/>
                  </a:lnTo>
                  <a:lnTo>
                    <a:pt x="502" y="1505"/>
                  </a:lnTo>
                  <a:lnTo>
                    <a:pt x="752" y="1505"/>
                  </a:lnTo>
                  <a:lnTo>
                    <a:pt x="752" y="1755"/>
                  </a:lnTo>
                  <a:lnTo>
                    <a:pt x="978" y="1755"/>
                  </a:lnTo>
                  <a:lnTo>
                    <a:pt x="1003" y="1505"/>
                  </a:lnTo>
                  <a:lnTo>
                    <a:pt x="1229" y="1505"/>
                  </a:lnTo>
                  <a:lnTo>
                    <a:pt x="1254" y="1254"/>
                  </a:lnTo>
                  <a:lnTo>
                    <a:pt x="1479" y="1254"/>
                  </a:lnTo>
                  <a:lnTo>
                    <a:pt x="1504" y="1003"/>
                  </a:lnTo>
                  <a:lnTo>
                    <a:pt x="1730" y="1003"/>
                  </a:lnTo>
                  <a:lnTo>
                    <a:pt x="1755" y="26"/>
                  </a:lnTo>
                  <a:lnTo>
                    <a:pt x="1254" y="26"/>
                  </a:lnTo>
                  <a:lnTo>
                    <a:pt x="1254" y="753"/>
                  </a:lnTo>
                  <a:lnTo>
                    <a:pt x="1003" y="753"/>
                  </a:lnTo>
                  <a:lnTo>
                    <a:pt x="1003" y="1003"/>
                  </a:lnTo>
                  <a:lnTo>
                    <a:pt x="752" y="1003"/>
                  </a:lnTo>
                  <a:lnTo>
                    <a:pt x="752" y="753"/>
                  </a:lnTo>
                  <a:lnTo>
                    <a:pt x="502" y="753"/>
                  </a:lnTo>
                  <a:lnTo>
                    <a:pt x="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4956925" y="3290125"/>
              <a:ext cx="43875" cy="43900"/>
            </a:xfrm>
            <a:custGeom>
              <a:rect b="b" l="l" r="r" t="t"/>
              <a:pathLst>
                <a:path extrusionOk="0" h="1756" w="1755">
                  <a:moveTo>
                    <a:pt x="26" y="1"/>
                  </a:moveTo>
                  <a:lnTo>
                    <a:pt x="0" y="1730"/>
                  </a:lnTo>
                  <a:lnTo>
                    <a:pt x="1730" y="1755"/>
                  </a:lnTo>
                  <a:lnTo>
                    <a:pt x="1730" y="1505"/>
                  </a:lnTo>
                  <a:lnTo>
                    <a:pt x="502" y="1480"/>
                  </a:lnTo>
                  <a:lnTo>
                    <a:pt x="502" y="1003"/>
                  </a:lnTo>
                  <a:lnTo>
                    <a:pt x="1504" y="1003"/>
                  </a:lnTo>
                  <a:lnTo>
                    <a:pt x="1504" y="753"/>
                  </a:lnTo>
                  <a:lnTo>
                    <a:pt x="502" y="753"/>
                  </a:lnTo>
                  <a:lnTo>
                    <a:pt x="502" y="251"/>
                  </a:lnTo>
                  <a:lnTo>
                    <a:pt x="1755" y="251"/>
                  </a:lnTo>
                  <a:lnTo>
                    <a:pt x="17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5006425" y="3290750"/>
              <a:ext cx="43875" cy="43275"/>
            </a:xfrm>
            <a:custGeom>
              <a:rect b="b" l="l" r="r" t="t"/>
              <a:pathLst>
                <a:path extrusionOk="0" h="1731" w="1755">
                  <a:moveTo>
                    <a:pt x="1254" y="252"/>
                  </a:moveTo>
                  <a:lnTo>
                    <a:pt x="1254" y="753"/>
                  </a:lnTo>
                  <a:lnTo>
                    <a:pt x="1003" y="753"/>
                  </a:lnTo>
                  <a:lnTo>
                    <a:pt x="1003" y="978"/>
                  </a:lnTo>
                  <a:lnTo>
                    <a:pt x="502" y="978"/>
                  </a:lnTo>
                  <a:lnTo>
                    <a:pt x="527" y="252"/>
                  </a:lnTo>
                  <a:close/>
                  <a:moveTo>
                    <a:pt x="25" y="1"/>
                  </a:moveTo>
                  <a:lnTo>
                    <a:pt x="0" y="1730"/>
                  </a:lnTo>
                  <a:lnTo>
                    <a:pt x="502" y="1730"/>
                  </a:lnTo>
                  <a:lnTo>
                    <a:pt x="502" y="1229"/>
                  </a:lnTo>
                  <a:lnTo>
                    <a:pt x="752" y="1229"/>
                  </a:lnTo>
                  <a:lnTo>
                    <a:pt x="752" y="1480"/>
                  </a:lnTo>
                  <a:lnTo>
                    <a:pt x="1003" y="1480"/>
                  </a:lnTo>
                  <a:lnTo>
                    <a:pt x="1003" y="1730"/>
                  </a:lnTo>
                  <a:lnTo>
                    <a:pt x="1755" y="1730"/>
                  </a:lnTo>
                  <a:lnTo>
                    <a:pt x="1755" y="1505"/>
                  </a:lnTo>
                  <a:lnTo>
                    <a:pt x="1504" y="1480"/>
                  </a:lnTo>
                  <a:lnTo>
                    <a:pt x="1504" y="1254"/>
                  </a:lnTo>
                  <a:lnTo>
                    <a:pt x="1254" y="1229"/>
                  </a:lnTo>
                  <a:lnTo>
                    <a:pt x="1254" y="1003"/>
                  </a:lnTo>
                  <a:lnTo>
                    <a:pt x="1755" y="1003"/>
                  </a:lnTo>
                  <a:lnTo>
                    <a:pt x="1755" y="252"/>
                  </a:lnTo>
                  <a:lnTo>
                    <a:pt x="1504" y="252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18" name="Google Shape;818;p30"/>
          <p:cNvPicPr preferRelativeResize="0"/>
          <p:nvPr/>
        </p:nvPicPr>
        <p:blipFill rotWithShape="1">
          <a:blip r:embed="rId3">
            <a:alphaModFix/>
          </a:blip>
          <a:srcRect b="7403" l="12304" r="0" t="6915"/>
          <a:stretch/>
        </p:blipFill>
        <p:spPr>
          <a:xfrm>
            <a:off x="6620925" y="2012925"/>
            <a:ext cx="2276175" cy="2836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9" name="Google Shape;819;p30"/>
          <p:cNvGrpSpPr/>
          <p:nvPr/>
        </p:nvGrpSpPr>
        <p:grpSpPr>
          <a:xfrm>
            <a:off x="5961605" y="2204647"/>
            <a:ext cx="309785" cy="490580"/>
            <a:chOff x="4507850" y="3932275"/>
            <a:chExt cx="257425" cy="376500"/>
          </a:xfrm>
        </p:grpSpPr>
        <p:sp>
          <p:nvSpPr>
            <p:cNvPr id="820" name="Google Shape;820;p30"/>
            <p:cNvSpPr/>
            <p:nvPr/>
          </p:nvSpPr>
          <p:spPr>
            <a:xfrm>
              <a:off x="4507850" y="4211525"/>
              <a:ext cx="257425" cy="97250"/>
            </a:xfrm>
            <a:custGeom>
              <a:rect b="b" l="l" r="r" t="t"/>
              <a:pathLst>
                <a:path extrusionOk="0" h="3890" w="10297">
                  <a:moveTo>
                    <a:pt x="6906" y="875"/>
                  </a:moveTo>
                  <a:cubicBezTo>
                    <a:pt x="7156" y="875"/>
                    <a:pt x="7352" y="1089"/>
                    <a:pt x="7352" y="1321"/>
                  </a:cubicBezTo>
                  <a:cubicBezTo>
                    <a:pt x="7352" y="1570"/>
                    <a:pt x="7156" y="1767"/>
                    <a:pt x="6906" y="1767"/>
                  </a:cubicBezTo>
                  <a:lnTo>
                    <a:pt x="3373" y="1767"/>
                  </a:lnTo>
                  <a:cubicBezTo>
                    <a:pt x="3141" y="1767"/>
                    <a:pt x="2945" y="1570"/>
                    <a:pt x="2945" y="1321"/>
                  </a:cubicBezTo>
                  <a:cubicBezTo>
                    <a:pt x="2945" y="1089"/>
                    <a:pt x="3141" y="875"/>
                    <a:pt x="3373" y="875"/>
                  </a:cubicBezTo>
                  <a:close/>
                  <a:moveTo>
                    <a:pt x="1" y="0"/>
                  </a:moveTo>
                  <a:lnTo>
                    <a:pt x="1" y="3444"/>
                  </a:lnTo>
                  <a:cubicBezTo>
                    <a:pt x="1" y="3676"/>
                    <a:pt x="197" y="3890"/>
                    <a:pt x="447" y="3890"/>
                  </a:cubicBezTo>
                  <a:lnTo>
                    <a:pt x="9850" y="3890"/>
                  </a:lnTo>
                  <a:cubicBezTo>
                    <a:pt x="10100" y="3890"/>
                    <a:pt x="10296" y="3676"/>
                    <a:pt x="10296" y="3444"/>
                  </a:cubicBezTo>
                  <a:lnTo>
                    <a:pt x="102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4507850" y="3932275"/>
              <a:ext cx="257425" cy="44200"/>
            </a:xfrm>
            <a:custGeom>
              <a:rect b="b" l="l" r="r" t="t"/>
              <a:pathLst>
                <a:path extrusionOk="0" h="1768" w="10297">
                  <a:moveTo>
                    <a:pt x="447" y="1"/>
                  </a:moveTo>
                  <a:cubicBezTo>
                    <a:pt x="197" y="1"/>
                    <a:pt x="1" y="197"/>
                    <a:pt x="1" y="429"/>
                  </a:cubicBezTo>
                  <a:lnTo>
                    <a:pt x="1" y="1321"/>
                  </a:lnTo>
                  <a:cubicBezTo>
                    <a:pt x="1" y="1571"/>
                    <a:pt x="197" y="1767"/>
                    <a:pt x="447" y="1767"/>
                  </a:cubicBezTo>
                  <a:lnTo>
                    <a:pt x="9850" y="1767"/>
                  </a:lnTo>
                  <a:cubicBezTo>
                    <a:pt x="10100" y="1767"/>
                    <a:pt x="10296" y="1571"/>
                    <a:pt x="10296" y="1321"/>
                  </a:cubicBezTo>
                  <a:lnTo>
                    <a:pt x="10296" y="429"/>
                  </a:lnTo>
                  <a:cubicBezTo>
                    <a:pt x="10296" y="197"/>
                    <a:pt x="10100" y="1"/>
                    <a:pt x="9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0"/>
            <p:cNvSpPr/>
            <p:nvPr/>
          </p:nvSpPr>
          <p:spPr>
            <a:xfrm>
              <a:off x="4522575" y="3998300"/>
              <a:ext cx="227975" cy="117775"/>
            </a:xfrm>
            <a:custGeom>
              <a:rect b="b" l="l" r="r" t="t"/>
              <a:pathLst>
                <a:path extrusionOk="0" h="4711" w="9119">
                  <a:moveTo>
                    <a:pt x="4113" y="1026"/>
                  </a:moveTo>
                  <a:cubicBezTo>
                    <a:pt x="4225" y="1026"/>
                    <a:pt x="4336" y="1071"/>
                    <a:pt x="4426" y="1160"/>
                  </a:cubicBezTo>
                  <a:cubicBezTo>
                    <a:pt x="4604" y="1339"/>
                    <a:pt x="4604" y="1606"/>
                    <a:pt x="4426" y="1785"/>
                  </a:cubicBezTo>
                  <a:lnTo>
                    <a:pt x="2659" y="3551"/>
                  </a:lnTo>
                  <a:cubicBezTo>
                    <a:pt x="2570" y="3640"/>
                    <a:pt x="2463" y="3676"/>
                    <a:pt x="2356" y="3676"/>
                  </a:cubicBezTo>
                  <a:cubicBezTo>
                    <a:pt x="2231" y="3676"/>
                    <a:pt x="2124" y="3640"/>
                    <a:pt x="2035" y="3551"/>
                  </a:cubicBezTo>
                  <a:cubicBezTo>
                    <a:pt x="1874" y="3373"/>
                    <a:pt x="1874" y="3105"/>
                    <a:pt x="2035" y="2927"/>
                  </a:cubicBezTo>
                  <a:lnTo>
                    <a:pt x="3801" y="1160"/>
                  </a:lnTo>
                  <a:cubicBezTo>
                    <a:pt x="3890" y="1071"/>
                    <a:pt x="4002" y="1026"/>
                    <a:pt x="4113" y="1026"/>
                  </a:cubicBezTo>
                  <a:close/>
                  <a:moveTo>
                    <a:pt x="6763" y="1026"/>
                  </a:moveTo>
                  <a:cubicBezTo>
                    <a:pt x="6875" y="1026"/>
                    <a:pt x="6986" y="1071"/>
                    <a:pt x="7066" y="1160"/>
                  </a:cubicBezTo>
                  <a:cubicBezTo>
                    <a:pt x="7245" y="1339"/>
                    <a:pt x="7245" y="1606"/>
                    <a:pt x="7066" y="1785"/>
                  </a:cubicBezTo>
                  <a:lnTo>
                    <a:pt x="5318" y="3551"/>
                  </a:lnTo>
                  <a:cubicBezTo>
                    <a:pt x="5229" y="3640"/>
                    <a:pt x="5104" y="3676"/>
                    <a:pt x="4997" y="3676"/>
                  </a:cubicBezTo>
                  <a:cubicBezTo>
                    <a:pt x="4890" y="3676"/>
                    <a:pt x="4765" y="3640"/>
                    <a:pt x="4693" y="3551"/>
                  </a:cubicBezTo>
                  <a:cubicBezTo>
                    <a:pt x="4515" y="3373"/>
                    <a:pt x="4515" y="3105"/>
                    <a:pt x="4693" y="2927"/>
                  </a:cubicBezTo>
                  <a:lnTo>
                    <a:pt x="6460" y="1160"/>
                  </a:lnTo>
                  <a:cubicBezTo>
                    <a:pt x="6540" y="1071"/>
                    <a:pt x="6651" y="1026"/>
                    <a:pt x="6763" y="1026"/>
                  </a:cubicBezTo>
                  <a:close/>
                  <a:moveTo>
                    <a:pt x="1" y="1"/>
                  </a:moveTo>
                  <a:lnTo>
                    <a:pt x="1" y="4711"/>
                  </a:lnTo>
                  <a:lnTo>
                    <a:pt x="9118" y="4711"/>
                  </a:lnTo>
                  <a:lnTo>
                    <a:pt x="9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0"/>
            <p:cNvSpPr/>
            <p:nvPr/>
          </p:nvSpPr>
          <p:spPr>
            <a:xfrm>
              <a:off x="4509650" y="4137925"/>
              <a:ext cx="253375" cy="51750"/>
            </a:xfrm>
            <a:custGeom>
              <a:rect b="b" l="l" r="r" t="t"/>
              <a:pathLst>
                <a:path extrusionOk="0" h="2070" w="10135">
                  <a:moveTo>
                    <a:pt x="411" y="0"/>
                  </a:moveTo>
                  <a:lnTo>
                    <a:pt x="0" y="2070"/>
                  </a:lnTo>
                  <a:lnTo>
                    <a:pt x="1981" y="2070"/>
                  </a:lnTo>
                  <a:lnTo>
                    <a:pt x="1981" y="1624"/>
                  </a:lnTo>
                  <a:cubicBezTo>
                    <a:pt x="1981" y="1374"/>
                    <a:pt x="2177" y="1178"/>
                    <a:pt x="2427" y="1178"/>
                  </a:cubicBezTo>
                  <a:cubicBezTo>
                    <a:pt x="2677" y="1178"/>
                    <a:pt x="2873" y="1374"/>
                    <a:pt x="2873" y="1624"/>
                  </a:cubicBezTo>
                  <a:lnTo>
                    <a:pt x="2873" y="2070"/>
                  </a:lnTo>
                  <a:lnTo>
                    <a:pt x="3747" y="2070"/>
                  </a:lnTo>
                  <a:lnTo>
                    <a:pt x="3747" y="1624"/>
                  </a:lnTo>
                  <a:cubicBezTo>
                    <a:pt x="3747" y="1374"/>
                    <a:pt x="3943" y="1178"/>
                    <a:pt x="4193" y="1178"/>
                  </a:cubicBezTo>
                  <a:cubicBezTo>
                    <a:pt x="4443" y="1178"/>
                    <a:pt x="4639" y="1374"/>
                    <a:pt x="4639" y="1624"/>
                  </a:cubicBezTo>
                  <a:lnTo>
                    <a:pt x="4639" y="2070"/>
                  </a:lnTo>
                  <a:lnTo>
                    <a:pt x="5514" y="2070"/>
                  </a:lnTo>
                  <a:lnTo>
                    <a:pt x="5514" y="1624"/>
                  </a:lnTo>
                  <a:cubicBezTo>
                    <a:pt x="5514" y="1374"/>
                    <a:pt x="5710" y="1178"/>
                    <a:pt x="5960" y="1178"/>
                  </a:cubicBezTo>
                  <a:cubicBezTo>
                    <a:pt x="6192" y="1178"/>
                    <a:pt x="6406" y="1374"/>
                    <a:pt x="6406" y="1624"/>
                  </a:cubicBezTo>
                  <a:lnTo>
                    <a:pt x="6406" y="2070"/>
                  </a:lnTo>
                  <a:lnTo>
                    <a:pt x="7280" y="2070"/>
                  </a:lnTo>
                  <a:lnTo>
                    <a:pt x="7280" y="1481"/>
                  </a:lnTo>
                  <a:cubicBezTo>
                    <a:pt x="7030" y="1481"/>
                    <a:pt x="6834" y="1285"/>
                    <a:pt x="6834" y="1035"/>
                  </a:cubicBezTo>
                  <a:cubicBezTo>
                    <a:pt x="6834" y="785"/>
                    <a:pt x="7030" y="589"/>
                    <a:pt x="7280" y="589"/>
                  </a:cubicBezTo>
                  <a:lnTo>
                    <a:pt x="8154" y="589"/>
                  </a:lnTo>
                  <a:cubicBezTo>
                    <a:pt x="8404" y="589"/>
                    <a:pt x="8600" y="785"/>
                    <a:pt x="8600" y="1035"/>
                  </a:cubicBezTo>
                  <a:cubicBezTo>
                    <a:pt x="8600" y="1285"/>
                    <a:pt x="8404" y="1481"/>
                    <a:pt x="8154" y="1481"/>
                  </a:cubicBezTo>
                  <a:lnTo>
                    <a:pt x="8154" y="2070"/>
                  </a:lnTo>
                  <a:lnTo>
                    <a:pt x="10135" y="2070"/>
                  </a:lnTo>
                  <a:lnTo>
                    <a:pt x="9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4" name="Google Shape;824;p30"/>
          <p:cNvGrpSpPr/>
          <p:nvPr/>
        </p:nvGrpSpPr>
        <p:grpSpPr>
          <a:xfrm>
            <a:off x="5961588" y="2994998"/>
            <a:ext cx="309809" cy="432937"/>
            <a:chOff x="1698075" y="2235900"/>
            <a:chExt cx="256975" cy="376500"/>
          </a:xfrm>
        </p:grpSpPr>
        <p:sp>
          <p:nvSpPr>
            <p:cNvPr id="825" name="Google Shape;825;p30"/>
            <p:cNvSpPr/>
            <p:nvPr/>
          </p:nvSpPr>
          <p:spPr>
            <a:xfrm>
              <a:off x="1698075" y="2235900"/>
              <a:ext cx="256975" cy="287725"/>
            </a:xfrm>
            <a:custGeom>
              <a:rect b="b" l="l" r="r" t="t"/>
              <a:pathLst>
                <a:path extrusionOk="0" h="11509" w="10279">
                  <a:moveTo>
                    <a:pt x="4105" y="7120"/>
                  </a:moveTo>
                  <a:cubicBezTo>
                    <a:pt x="4355" y="7120"/>
                    <a:pt x="4551" y="7316"/>
                    <a:pt x="4551" y="7566"/>
                  </a:cubicBezTo>
                  <a:cubicBezTo>
                    <a:pt x="4551" y="7815"/>
                    <a:pt x="4355" y="8012"/>
                    <a:pt x="4105" y="8012"/>
                  </a:cubicBezTo>
                  <a:cubicBezTo>
                    <a:pt x="3873" y="8012"/>
                    <a:pt x="3677" y="7815"/>
                    <a:pt x="3677" y="7566"/>
                  </a:cubicBezTo>
                  <a:cubicBezTo>
                    <a:pt x="3677" y="7316"/>
                    <a:pt x="3873" y="7120"/>
                    <a:pt x="4105" y="7120"/>
                  </a:cubicBezTo>
                  <a:close/>
                  <a:moveTo>
                    <a:pt x="6175" y="7120"/>
                  </a:moveTo>
                  <a:cubicBezTo>
                    <a:pt x="6406" y="7120"/>
                    <a:pt x="6603" y="7316"/>
                    <a:pt x="6603" y="7566"/>
                  </a:cubicBezTo>
                  <a:cubicBezTo>
                    <a:pt x="6603" y="7815"/>
                    <a:pt x="6406" y="8012"/>
                    <a:pt x="6175" y="8012"/>
                  </a:cubicBezTo>
                  <a:cubicBezTo>
                    <a:pt x="5925" y="8012"/>
                    <a:pt x="5728" y="7815"/>
                    <a:pt x="5728" y="7566"/>
                  </a:cubicBezTo>
                  <a:cubicBezTo>
                    <a:pt x="5728" y="7316"/>
                    <a:pt x="5925" y="7120"/>
                    <a:pt x="6175" y="7120"/>
                  </a:cubicBezTo>
                  <a:close/>
                  <a:moveTo>
                    <a:pt x="7281" y="2659"/>
                  </a:moveTo>
                  <a:lnTo>
                    <a:pt x="9404" y="5300"/>
                  </a:lnTo>
                  <a:lnTo>
                    <a:pt x="9404" y="7316"/>
                  </a:lnTo>
                  <a:lnTo>
                    <a:pt x="8530" y="8154"/>
                  </a:lnTo>
                  <a:cubicBezTo>
                    <a:pt x="8530" y="7726"/>
                    <a:pt x="8441" y="7316"/>
                    <a:pt x="8280" y="6923"/>
                  </a:cubicBezTo>
                  <a:cubicBezTo>
                    <a:pt x="8441" y="6673"/>
                    <a:pt x="8530" y="6388"/>
                    <a:pt x="8530" y="6085"/>
                  </a:cubicBezTo>
                  <a:cubicBezTo>
                    <a:pt x="8530" y="5210"/>
                    <a:pt x="7798" y="4479"/>
                    <a:pt x="6906" y="4479"/>
                  </a:cubicBezTo>
                  <a:cubicBezTo>
                    <a:pt x="6531" y="4479"/>
                    <a:pt x="6157" y="4604"/>
                    <a:pt x="5871" y="4854"/>
                  </a:cubicBezTo>
                  <a:cubicBezTo>
                    <a:pt x="5630" y="4800"/>
                    <a:pt x="5385" y="4773"/>
                    <a:pt x="5140" y="4773"/>
                  </a:cubicBezTo>
                  <a:cubicBezTo>
                    <a:pt x="4894" y="4773"/>
                    <a:pt x="4649" y="4800"/>
                    <a:pt x="4408" y="4854"/>
                  </a:cubicBezTo>
                  <a:cubicBezTo>
                    <a:pt x="4123" y="4604"/>
                    <a:pt x="3748" y="4479"/>
                    <a:pt x="3373" y="4479"/>
                  </a:cubicBezTo>
                  <a:cubicBezTo>
                    <a:pt x="2481" y="4479"/>
                    <a:pt x="1750" y="5210"/>
                    <a:pt x="1750" y="6085"/>
                  </a:cubicBezTo>
                  <a:cubicBezTo>
                    <a:pt x="1750" y="6388"/>
                    <a:pt x="1839" y="6673"/>
                    <a:pt x="1999" y="6923"/>
                  </a:cubicBezTo>
                  <a:cubicBezTo>
                    <a:pt x="1839" y="7316"/>
                    <a:pt x="1767" y="7726"/>
                    <a:pt x="1767" y="8154"/>
                  </a:cubicBezTo>
                  <a:lnTo>
                    <a:pt x="875" y="7316"/>
                  </a:lnTo>
                  <a:lnTo>
                    <a:pt x="875" y="5300"/>
                  </a:lnTo>
                  <a:lnTo>
                    <a:pt x="2999" y="2659"/>
                  </a:lnTo>
                  <a:close/>
                  <a:moveTo>
                    <a:pt x="429" y="0"/>
                  </a:moveTo>
                  <a:cubicBezTo>
                    <a:pt x="197" y="0"/>
                    <a:pt x="1" y="197"/>
                    <a:pt x="1" y="446"/>
                  </a:cubicBezTo>
                  <a:lnTo>
                    <a:pt x="1" y="1321"/>
                  </a:lnTo>
                  <a:cubicBezTo>
                    <a:pt x="1" y="2052"/>
                    <a:pt x="590" y="2659"/>
                    <a:pt x="1321" y="2659"/>
                  </a:cubicBezTo>
                  <a:lnTo>
                    <a:pt x="1874" y="2659"/>
                  </a:lnTo>
                  <a:lnTo>
                    <a:pt x="90" y="4871"/>
                  </a:lnTo>
                  <a:cubicBezTo>
                    <a:pt x="37" y="4961"/>
                    <a:pt x="1" y="5050"/>
                    <a:pt x="1" y="5157"/>
                  </a:cubicBezTo>
                  <a:lnTo>
                    <a:pt x="1" y="7512"/>
                  </a:lnTo>
                  <a:cubicBezTo>
                    <a:pt x="1" y="7619"/>
                    <a:pt x="37" y="7744"/>
                    <a:pt x="126" y="7833"/>
                  </a:cubicBezTo>
                  <a:lnTo>
                    <a:pt x="2142" y="9725"/>
                  </a:lnTo>
                  <a:cubicBezTo>
                    <a:pt x="2642" y="10670"/>
                    <a:pt x="3587" y="11366"/>
                    <a:pt x="4694" y="11509"/>
                  </a:cubicBezTo>
                  <a:lnTo>
                    <a:pt x="4694" y="9457"/>
                  </a:lnTo>
                  <a:cubicBezTo>
                    <a:pt x="4533" y="9386"/>
                    <a:pt x="4408" y="9225"/>
                    <a:pt x="4408" y="9029"/>
                  </a:cubicBezTo>
                  <a:cubicBezTo>
                    <a:pt x="4408" y="8797"/>
                    <a:pt x="4604" y="8600"/>
                    <a:pt x="4854" y="8600"/>
                  </a:cubicBezTo>
                  <a:lnTo>
                    <a:pt x="5443" y="8600"/>
                  </a:lnTo>
                  <a:cubicBezTo>
                    <a:pt x="5675" y="8600"/>
                    <a:pt x="5871" y="8797"/>
                    <a:pt x="5871" y="9029"/>
                  </a:cubicBezTo>
                  <a:cubicBezTo>
                    <a:pt x="5871" y="9225"/>
                    <a:pt x="5746" y="9386"/>
                    <a:pt x="5586" y="9457"/>
                  </a:cubicBezTo>
                  <a:lnTo>
                    <a:pt x="5586" y="11509"/>
                  </a:lnTo>
                  <a:cubicBezTo>
                    <a:pt x="6692" y="11366"/>
                    <a:pt x="7638" y="10670"/>
                    <a:pt x="8137" y="9725"/>
                  </a:cubicBezTo>
                  <a:lnTo>
                    <a:pt x="10153" y="7833"/>
                  </a:lnTo>
                  <a:cubicBezTo>
                    <a:pt x="10243" y="7744"/>
                    <a:pt x="10278" y="7619"/>
                    <a:pt x="10278" y="7512"/>
                  </a:cubicBezTo>
                  <a:lnTo>
                    <a:pt x="10278" y="5157"/>
                  </a:lnTo>
                  <a:cubicBezTo>
                    <a:pt x="10278" y="5050"/>
                    <a:pt x="10261" y="4961"/>
                    <a:pt x="10189" y="4871"/>
                  </a:cubicBezTo>
                  <a:lnTo>
                    <a:pt x="8405" y="2659"/>
                  </a:lnTo>
                  <a:lnTo>
                    <a:pt x="8958" y="2659"/>
                  </a:lnTo>
                  <a:cubicBezTo>
                    <a:pt x="9690" y="2659"/>
                    <a:pt x="10278" y="2052"/>
                    <a:pt x="10278" y="1321"/>
                  </a:cubicBezTo>
                  <a:lnTo>
                    <a:pt x="10278" y="446"/>
                  </a:lnTo>
                  <a:cubicBezTo>
                    <a:pt x="10278" y="197"/>
                    <a:pt x="10082" y="0"/>
                    <a:pt x="98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1796225" y="2590525"/>
              <a:ext cx="60675" cy="21875"/>
            </a:xfrm>
            <a:custGeom>
              <a:rect b="b" l="l" r="r" t="t"/>
              <a:pathLst>
                <a:path extrusionOk="0" h="875" w="2427">
                  <a:moveTo>
                    <a:pt x="1214" y="0"/>
                  </a:moveTo>
                  <a:cubicBezTo>
                    <a:pt x="678" y="0"/>
                    <a:pt x="214" y="357"/>
                    <a:pt x="0" y="874"/>
                  </a:cubicBezTo>
                  <a:lnTo>
                    <a:pt x="2427" y="874"/>
                  </a:lnTo>
                  <a:cubicBezTo>
                    <a:pt x="2231" y="357"/>
                    <a:pt x="1749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1727525" y="2516475"/>
              <a:ext cx="198525" cy="95925"/>
            </a:xfrm>
            <a:custGeom>
              <a:rect b="b" l="l" r="r" t="t"/>
              <a:pathLst>
                <a:path extrusionOk="0" h="3837" w="7941">
                  <a:moveTo>
                    <a:pt x="1018" y="0"/>
                  </a:moveTo>
                  <a:cubicBezTo>
                    <a:pt x="393" y="1017"/>
                    <a:pt x="1" y="2284"/>
                    <a:pt x="1" y="3390"/>
                  </a:cubicBezTo>
                  <a:cubicBezTo>
                    <a:pt x="1" y="3640"/>
                    <a:pt x="197" y="3836"/>
                    <a:pt x="429" y="3836"/>
                  </a:cubicBezTo>
                  <a:lnTo>
                    <a:pt x="1821" y="3836"/>
                  </a:lnTo>
                  <a:cubicBezTo>
                    <a:pt x="2070" y="2819"/>
                    <a:pt x="2945" y="2070"/>
                    <a:pt x="3962" y="2070"/>
                  </a:cubicBezTo>
                  <a:cubicBezTo>
                    <a:pt x="4997" y="2070"/>
                    <a:pt x="5853" y="2819"/>
                    <a:pt x="6103" y="3836"/>
                  </a:cubicBezTo>
                  <a:lnTo>
                    <a:pt x="7495" y="3836"/>
                  </a:lnTo>
                  <a:cubicBezTo>
                    <a:pt x="7726" y="3836"/>
                    <a:pt x="7941" y="3640"/>
                    <a:pt x="7941" y="3390"/>
                  </a:cubicBezTo>
                  <a:cubicBezTo>
                    <a:pt x="7941" y="2284"/>
                    <a:pt x="7530" y="1017"/>
                    <a:pt x="6906" y="0"/>
                  </a:cubicBezTo>
                  <a:cubicBezTo>
                    <a:pt x="6138" y="732"/>
                    <a:pt x="5104" y="1196"/>
                    <a:pt x="3962" y="1196"/>
                  </a:cubicBezTo>
                  <a:cubicBezTo>
                    <a:pt x="2820" y="1196"/>
                    <a:pt x="1785" y="732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8" name="Google Shape;828;p30"/>
          <p:cNvGrpSpPr/>
          <p:nvPr/>
        </p:nvGrpSpPr>
        <p:grpSpPr>
          <a:xfrm>
            <a:off x="5917264" y="3727693"/>
            <a:ext cx="398450" cy="432937"/>
            <a:chOff x="2203925" y="2821575"/>
            <a:chExt cx="376500" cy="376500"/>
          </a:xfrm>
        </p:grpSpPr>
        <p:sp>
          <p:nvSpPr>
            <p:cNvPr id="829" name="Google Shape;829;p30"/>
            <p:cNvSpPr/>
            <p:nvPr/>
          </p:nvSpPr>
          <p:spPr>
            <a:xfrm>
              <a:off x="2261475" y="2931750"/>
              <a:ext cx="261425" cy="140100"/>
            </a:xfrm>
            <a:custGeom>
              <a:rect b="b" l="l" r="r" t="t"/>
              <a:pathLst>
                <a:path extrusionOk="0" h="5604" w="10457">
                  <a:moveTo>
                    <a:pt x="5817" y="1178"/>
                  </a:moveTo>
                  <a:cubicBezTo>
                    <a:pt x="6067" y="1178"/>
                    <a:pt x="6263" y="1375"/>
                    <a:pt x="6263" y="1624"/>
                  </a:cubicBezTo>
                  <a:cubicBezTo>
                    <a:pt x="6263" y="1874"/>
                    <a:pt x="6067" y="2071"/>
                    <a:pt x="5817" y="2071"/>
                  </a:cubicBezTo>
                  <a:lnTo>
                    <a:pt x="4639" y="2071"/>
                  </a:lnTo>
                  <a:cubicBezTo>
                    <a:pt x="4390" y="2071"/>
                    <a:pt x="4193" y="1874"/>
                    <a:pt x="4193" y="1624"/>
                  </a:cubicBezTo>
                  <a:cubicBezTo>
                    <a:pt x="4193" y="1375"/>
                    <a:pt x="4390" y="1178"/>
                    <a:pt x="4639" y="1178"/>
                  </a:cubicBezTo>
                  <a:close/>
                  <a:moveTo>
                    <a:pt x="8761" y="3248"/>
                  </a:moveTo>
                  <a:cubicBezTo>
                    <a:pt x="8993" y="3248"/>
                    <a:pt x="9189" y="3444"/>
                    <a:pt x="9189" y="3676"/>
                  </a:cubicBezTo>
                  <a:cubicBezTo>
                    <a:pt x="9189" y="3926"/>
                    <a:pt x="8993" y="4122"/>
                    <a:pt x="8761" y="4122"/>
                  </a:cubicBezTo>
                  <a:lnTo>
                    <a:pt x="6995" y="4122"/>
                  </a:lnTo>
                  <a:cubicBezTo>
                    <a:pt x="6745" y="4122"/>
                    <a:pt x="6549" y="3926"/>
                    <a:pt x="6549" y="3676"/>
                  </a:cubicBezTo>
                  <a:cubicBezTo>
                    <a:pt x="6549" y="3444"/>
                    <a:pt x="6745" y="3248"/>
                    <a:pt x="6995" y="3248"/>
                  </a:cubicBezTo>
                  <a:close/>
                  <a:moveTo>
                    <a:pt x="500" y="1"/>
                  </a:moveTo>
                  <a:lnTo>
                    <a:pt x="0" y="5603"/>
                  </a:lnTo>
                  <a:lnTo>
                    <a:pt x="2141" y="5603"/>
                  </a:lnTo>
                  <a:lnTo>
                    <a:pt x="2141" y="5229"/>
                  </a:lnTo>
                  <a:cubicBezTo>
                    <a:pt x="1624" y="5050"/>
                    <a:pt x="1249" y="4551"/>
                    <a:pt x="1249" y="3980"/>
                  </a:cubicBezTo>
                  <a:cubicBezTo>
                    <a:pt x="1249" y="3248"/>
                    <a:pt x="1856" y="2659"/>
                    <a:pt x="2587" y="2659"/>
                  </a:cubicBezTo>
                  <a:cubicBezTo>
                    <a:pt x="3319" y="2659"/>
                    <a:pt x="3908" y="3248"/>
                    <a:pt x="3908" y="3980"/>
                  </a:cubicBezTo>
                  <a:cubicBezTo>
                    <a:pt x="3908" y="4551"/>
                    <a:pt x="3533" y="5050"/>
                    <a:pt x="3016" y="5229"/>
                  </a:cubicBezTo>
                  <a:lnTo>
                    <a:pt x="3016" y="5603"/>
                  </a:lnTo>
                  <a:lnTo>
                    <a:pt x="6549" y="5603"/>
                  </a:lnTo>
                  <a:lnTo>
                    <a:pt x="6549" y="5443"/>
                  </a:lnTo>
                  <a:cubicBezTo>
                    <a:pt x="6549" y="5211"/>
                    <a:pt x="6745" y="5015"/>
                    <a:pt x="6995" y="5015"/>
                  </a:cubicBezTo>
                  <a:cubicBezTo>
                    <a:pt x="7244" y="5015"/>
                    <a:pt x="7441" y="5211"/>
                    <a:pt x="7441" y="5443"/>
                  </a:cubicBezTo>
                  <a:lnTo>
                    <a:pt x="7441" y="5603"/>
                  </a:lnTo>
                  <a:lnTo>
                    <a:pt x="8315" y="5603"/>
                  </a:lnTo>
                  <a:lnTo>
                    <a:pt x="8315" y="5443"/>
                  </a:lnTo>
                  <a:cubicBezTo>
                    <a:pt x="8315" y="5211"/>
                    <a:pt x="8511" y="5015"/>
                    <a:pt x="8761" y="5015"/>
                  </a:cubicBezTo>
                  <a:cubicBezTo>
                    <a:pt x="8993" y="5015"/>
                    <a:pt x="9189" y="5211"/>
                    <a:pt x="9189" y="5443"/>
                  </a:cubicBezTo>
                  <a:lnTo>
                    <a:pt x="9189" y="5603"/>
                  </a:lnTo>
                  <a:lnTo>
                    <a:pt x="10456" y="5603"/>
                  </a:lnTo>
                  <a:lnTo>
                    <a:pt x="99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2531775" y="2888050"/>
              <a:ext cx="48650" cy="183800"/>
            </a:xfrm>
            <a:custGeom>
              <a:rect b="b" l="l" r="r" t="t"/>
              <a:pathLst>
                <a:path extrusionOk="0" h="7352" w="1946">
                  <a:moveTo>
                    <a:pt x="1946" y="0"/>
                  </a:moveTo>
                  <a:lnTo>
                    <a:pt x="1" y="1499"/>
                  </a:lnTo>
                  <a:lnTo>
                    <a:pt x="536" y="7351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2315000" y="3020075"/>
              <a:ext cx="21875" cy="22325"/>
            </a:xfrm>
            <a:custGeom>
              <a:rect b="b" l="l" r="r" t="t"/>
              <a:pathLst>
                <a:path extrusionOk="0" h="893" w="875">
                  <a:moveTo>
                    <a:pt x="446" y="1"/>
                  </a:moveTo>
                  <a:cubicBezTo>
                    <a:pt x="197" y="1"/>
                    <a:pt x="0" y="197"/>
                    <a:pt x="0" y="447"/>
                  </a:cubicBezTo>
                  <a:cubicBezTo>
                    <a:pt x="0" y="697"/>
                    <a:pt x="197" y="893"/>
                    <a:pt x="446" y="893"/>
                  </a:cubicBezTo>
                  <a:cubicBezTo>
                    <a:pt x="678" y="893"/>
                    <a:pt x="875" y="697"/>
                    <a:pt x="875" y="447"/>
                  </a:cubicBezTo>
                  <a:cubicBezTo>
                    <a:pt x="875" y="197"/>
                    <a:pt x="678" y="1"/>
                    <a:pt x="4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2240050" y="2888050"/>
              <a:ext cx="304250" cy="21875"/>
            </a:xfrm>
            <a:custGeom>
              <a:rect b="b" l="l" r="r" t="t"/>
              <a:pathLst>
                <a:path extrusionOk="0" h="875" w="12170">
                  <a:moveTo>
                    <a:pt x="1" y="0"/>
                  </a:moveTo>
                  <a:lnTo>
                    <a:pt x="1125" y="875"/>
                  </a:lnTo>
                  <a:lnTo>
                    <a:pt x="11045" y="875"/>
                  </a:lnTo>
                  <a:lnTo>
                    <a:pt x="121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2203925" y="2888050"/>
              <a:ext cx="48650" cy="183800"/>
            </a:xfrm>
            <a:custGeom>
              <a:rect b="b" l="l" r="r" t="t"/>
              <a:pathLst>
                <a:path extrusionOk="0" h="7352" w="1946">
                  <a:moveTo>
                    <a:pt x="1" y="0"/>
                  </a:moveTo>
                  <a:lnTo>
                    <a:pt x="1410" y="7351"/>
                  </a:lnTo>
                  <a:lnTo>
                    <a:pt x="1945" y="149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4" name="Google Shape;834;p30"/>
            <p:cNvSpPr/>
            <p:nvPr/>
          </p:nvSpPr>
          <p:spPr>
            <a:xfrm>
              <a:off x="2203925" y="2821575"/>
              <a:ext cx="376500" cy="44200"/>
            </a:xfrm>
            <a:custGeom>
              <a:rect b="b" l="l" r="r" t="t"/>
              <a:pathLst>
                <a:path extrusionOk="0" h="1768" w="15060">
                  <a:moveTo>
                    <a:pt x="447" y="1"/>
                  </a:moveTo>
                  <a:cubicBezTo>
                    <a:pt x="197" y="1"/>
                    <a:pt x="1" y="197"/>
                    <a:pt x="1" y="447"/>
                  </a:cubicBezTo>
                  <a:lnTo>
                    <a:pt x="1" y="1321"/>
                  </a:lnTo>
                  <a:cubicBezTo>
                    <a:pt x="1" y="1571"/>
                    <a:pt x="197" y="1767"/>
                    <a:pt x="447" y="1767"/>
                  </a:cubicBezTo>
                  <a:lnTo>
                    <a:pt x="15060" y="1767"/>
                  </a:lnTo>
                  <a:lnTo>
                    <a:pt x="15060" y="447"/>
                  </a:lnTo>
                  <a:cubicBezTo>
                    <a:pt x="15060" y="197"/>
                    <a:pt x="14863" y="1"/>
                    <a:pt x="14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5" name="Google Shape;835;p30"/>
            <p:cNvSpPr/>
            <p:nvPr/>
          </p:nvSpPr>
          <p:spPr>
            <a:xfrm>
              <a:off x="2203925" y="3093675"/>
              <a:ext cx="376500" cy="36600"/>
            </a:xfrm>
            <a:custGeom>
              <a:rect b="b" l="l" r="r" t="t"/>
              <a:pathLst>
                <a:path extrusionOk="0" h="1464" w="15060">
                  <a:moveTo>
                    <a:pt x="946" y="1"/>
                  </a:moveTo>
                  <a:lnTo>
                    <a:pt x="1" y="1464"/>
                  </a:lnTo>
                  <a:lnTo>
                    <a:pt x="15060" y="1464"/>
                  </a:lnTo>
                  <a:lnTo>
                    <a:pt x="14114" y="1"/>
                  </a:lnTo>
                  <a:lnTo>
                    <a:pt x="11491" y="1"/>
                  </a:lnTo>
                  <a:lnTo>
                    <a:pt x="11491" y="143"/>
                  </a:lnTo>
                  <a:cubicBezTo>
                    <a:pt x="11491" y="393"/>
                    <a:pt x="11295" y="589"/>
                    <a:pt x="11063" y="589"/>
                  </a:cubicBezTo>
                  <a:cubicBezTo>
                    <a:pt x="10813" y="589"/>
                    <a:pt x="10617" y="393"/>
                    <a:pt x="10617" y="143"/>
                  </a:cubicBezTo>
                  <a:lnTo>
                    <a:pt x="10617" y="1"/>
                  </a:lnTo>
                  <a:lnTo>
                    <a:pt x="9743" y="1"/>
                  </a:lnTo>
                  <a:lnTo>
                    <a:pt x="9743" y="143"/>
                  </a:lnTo>
                  <a:cubicBezTo>
                    <a:pt x="9743" y="393"/>
                    <a:pt x="9546" y="589"/>
                    <a:pt x="9297" y="589"/>
                  </a:cubicBezTo>
                  <a:cubicBezTo>
                    <a:pt x="9047" y="589"/>
                    <a:pt x="8851" y="393"/>
                    <a:pt x="8851" y="143"/>
                  </a:cubicBezTo>
                  <a:lnTo>
                    <a:pt x="8851" y="1"/>
                  </a:lnTo>
                  <a:lnTo>
                    <a:pt x="5318" y="1"/>
                  </a:lnTo>
                  <a:lnTo>
                    <a:pt x="5318" y="143"/>
                  </a:lnTo>
                  <a:cubicBezTo>
                    <a:pt x="5318" y="393"/>
                    <a:pt x="5121" y="589"/>
                    <a:pt x="4889" y="589"/>
                  </a:cubicBezTo>
                  <a:cubicBezTo>
                    <a:pt x="4640" y="589"/>
                    <a:pt x="4443" y="393"/>
                    <a:pt x="4443" y="143"/>
                  </a:cubicBezTo>
                  <a:lnTo>
                    <a:pt x="44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2203925" y="3152550"/>
              <a:ext cx="376500" cy="45525"/>
            </a:xfrm>
            <a:custGeom>
              <a:rect b="b" l="l" r="r" t="t"/>
              <a:pathLst>
                <a:path extrusionOk="0" h="1821" w="15060">
                  <a:moveTo>
                    <a:pt x="1" y="1"/>
                  </a:moveTo>
                  <a:lnTo>
                    <a:pt x="1" y="1375"/>
                  </a:lnTo>
                  <a:cubicBezTo>
                    <a:pt x="1" y="1625"/>
                    <a:pt x="197" y="1821"/>
                    <a:pt x="447" y="1821"/>
                  </a:cubicBezTo>
                  <a:lnTo>
                    <a:pt x="14614" y="1821"/>
                  </a:lnTo>
                  <a:cubicBezTo>
                    <a:pt x="14863" y="1821"/>
                    <a:pt x="15060" y="1625"/>
                    <a:pt x="15060" y="1375"/>
                  </a:cubicBezTo>
                  <a:lnTo>
                    <a:pt x="150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837" name="Google Shape;837;p30"/>
          <p:cNvGrpSpPr/>
          <p:nvPr/>
        </p:nvGrpSpPr>
        <p:grpSpPr>
          <a:xfrm>
            <a:off x="5950988" y="4460400"/>
            <a:ext cx="331025" cy="376500"/>
            <a:chOff x="1097225" y="3381400"/>
            <a:chExt cx="331025" cy="376500"/>
          </a:xfrm>
        </p:grpSpPr>
        <p:sp>
          <p:nvSpPr>
            <p:cNvPr id="838" name="Google Shape;838;p30"/>
            <p:cNvSpPr/>
            <p:nvPr/>
          </p:nvSpPr>
          <p:spPr>
            <a:xfrm>
              <a:off x="1196700" y="3684275"/>
              <a:ext cx="21900" cy="7150"/>
            </a:xfrm>
            <a:custGeom>
              <a:rect b="b" l="l" r="r" t="t"/>
              <a:pathLst>
                <a:path extrusionOk="0" h="286" w="876">
                  <a:moveTo>
                    <a:pt x="1" y="0"/>
                  </a:moveTo>
                  <a:lnTo>
                    <a:pt x="1" y="286"/>
                  </a:lnTo>
                  <a:lnTo>
                    <a:pt x="875" y="286"/>
                  </a:lnTo>
                  <a:lnTo>
                    <a:pt x="8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0"/>
            <p:cNvSpPr/>
            <p:nvPr/>
          </p:nvSpPr>
          <p:spPr>
            <a:xfrm>
              <a:off x="1196700" y="3436250"/>
              <a:ext cx="110200" cy="67825"/>
            </a:xfrm>
            <a:custGeom>
              <a:rect b="b" l="l" r="r" t="t"/>
              <a:pathLst>
                <a:path extrusionOk="0" h="2713" w="4408">
                  <a:moveTo>
                    <a:pt x="1" y="1"/>
                  </a:moveTo>
                  <a:lnTo>
                    <a:pt x="1" y="2713"/>
                  </a:lnTo>
                  <a:lnTo>
                    <a:pt x="4408" y="2713"/>
                  </a:lnTo>
                  <a:lnTo>
                    <a:pt x="44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0"/>
            <p:cNvSpPr/>
            <p:nvPr/>
          </p:nvSpPr>
          <p:spPr>
            <a:xfrm>
              <a:off x="1339900" y="3381400"/>
              <a:ext cx="88350" cy="376500"/>
            </a:xfrm>
            <a:custGeom>
              <a:rect b="b" l="l" r="r" t="t"/>
              <a:pathLst>
                <a:path extrusionOk="0" h="15060" w="3534">
                  <a:moveTo>
                    <a:pt x="1767" y="0"/>
                  </a:moveTo>
                  <a:lnTo>
                    <a:pt x="1767" y="7548"/>
                  </a:lnTo>
                  <a:cubicBezTo>
                    <a:pt x="1767" y="7655"/>
                    <a:pt x="1731" y="7744"/>
                    <a:pt x="1678" y="7815"/>
                  </a:cubicBezTo>
                  <a:lnTo>
                    <a:pt x="0" y="10046"/>
                  </a:lnTo>
                  <a:lnTo>
                    <a:pt x="0" y="15059"/>
                  </a:lnTo>
                  <a:lnTo>
                    <a:pt x="3087" y="15059"/>
                  </a:lnTo>
                  <a:cubicBezTo>
                    <a:pt x="3337" y="15059"/>
                    <a:pt x="3533" y="14863"/>
                    <a:pt x="3533" y="14613"/>
                  </a:cubicBezTo>
                  <a:lnTo>
                    <a:pt x="3533" y="446"/>
                  </a:lnTo>
                  <a:cubicBezTo>
                    <a:pt x="3533" y="196"/>
                    <a:pt x="3337" y="0"/>
                    <a:pt x="30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0"/>
            <p:cNvSpPr/>
            <p:nvPr/>
          </p:nvSpPr>
          <p:spPr>
            <a:xfrm>
              <a:off x="1102600" y="3581225"/>
              <a:ext cx="248475" cy="37050"/>
            </a:xfrm>
            <a:custGeom>
              <a:rect b="b" l="l" r="r" t="t"/>
              <a:pathLst>
                <a:path extrusionOk="0" h="1482" w="9939">
                  <a:moveTo>
                    <a:pt x="1106" y="1"/>
                  </a:moveTo>
                  <a:lnTo>
                    <a:pt x="0" y="1482"/>
                  </a:lnTo>
                  <a:lnTo>
                    <a:pt x="8832" y="1482"/>
                  </a:lnTo>
                  <a:lnTo>
                    <a:pt x="9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/>
            <p:nvPr/>
          </p:nvSpPr>
          <p:spPr>
            <a:xfrm>
              <a:off x="1097225" y="3640100"/>
              <a:ext cx="220850" cy="117800"/>
            </a:xfrm>
            <a:custGeom>
              <a:rect b="b" l="l" r="r" t="t"/>
              <a:pathLst>
                <a:path extrusionOk="0" h="4712" w="8834">
                  <a:moveTo>
                    <a:pt x="1767" y="875"/>
                  </a:moveTo>
                  <a:cubicBezTo>
                    <a:pt x="2017" y="875"/>
                    <a:pt x="2213" y="1071"/>
                    <a:pt x="2213" y="1321"/>
                  </a:cubicBezTo>
                  <a:lnTo>
                    <a:pt x="2213" y="2499"/>
                  </a:lnTo>
                  <a:cubicBezTo>
                    <a:pt x="2213" y="2749"/>
                    <a:pt x="2017" y="2945"/>
                    <a:pt x="1767" y="2945"/>
                  </a:cubicBezTo>
                  <a:cubicBezTo>
                    <a:pt x="1518" y="2945"/>
                    <a:pt x="1321" y="2749"/>
                    <a:pt x="1321" y="2499"/>
                  </a:cubicBezTo>
                  <a:lnTo>
                    <a:pt x="1321" y="1321"/>
                  </a:lnTo>
                  <a:cubicBezTo>
                    <a:pt x="1321" y="1071"/>
                    <a:pt x="1518" y="875"/>
                    <a:pt x="1767" y="875"/>
                  </a:cubicBezTo>
                  <a:close/>
                  <a:moveTo>
                    <a:pt x="5300" y="875"/>
                  </a:moveTo>
                  <a:cubicBezTo>
                    <a:pt x="5532" y="875"/>
                    <a:pt x="5728" y="1071"/>
                    <a:pt x="5728" y="1321"/>
                  </a:cubicBezTo>
                  <a:lnTo>
                    <a:pt x="5728" y="2499"/>
                  </a:lnTo>
                  <a:cubicBezTo>
                    <a:pt x="5728" y="2749"/>
                    <a:pt x="5532" y="2945"/>
                    <a:pt x="5300" y="2945"/>
                  </a:cubicBezTo>
                  <a:lnTo>
                    <a:pt x="3534" y="2945"/>
                  </a:lnTo>
                  <a:cubicBezTo>
                    <a:pt x="3284" y="2945"/>
                    <a:pt x="3088" y="2749"/>
                    <a:pt x="3088" y="2499"/>
                  </a:cubicBezTo>
                  <a:lnTo>
                    <a:pt x="3088" y="1321"/>
                  </a:lnTo>
                  <a:cubicBezTo>
                    <a:pt x="3088" y="1071"/>
                    <a:pt x="3284" y="875"/>
                    <a:pt x="3534" y="875"/>
                  </a:cubicBezTo>
                  <a:close/>
                  <a:moveTo>
                    <a:pt x="7067" y="875"/>
                  </a:moveTo>
                  <a:cubicBezTo>
                    <a:pt x="7299" y="875"/>
                    <a:pt x="7495" y="1071"/>
                    <a:pt x="7495" y="1321"/>
                  </a:cubicBezTo>
                  <a:lnTo>
                    <a:pt x="7495" y="2499"/>
                  </a:lnTo>
                  <a:cubicBezTo>
                    <a:pt x="7495" y="2749"/>
                    <a:pt x="7299" y="2945"/>
                    <a:pt x="7067" y="2945"/>
                  </a:cubicBezTo>
                  <a:cubicBezTo>
                    <a:pt x="6817" y="2945"/>
                    <a:pt x="6621" y="2749"/>
                    <a:pt x="6621" y="2499"/>
                  </a:cubicBezTo>
                  <a:lnTo>
                    <a:pt x="6621" y="1321"/>
                  </a:lnTo>
                  <a:cubicBezTo>
                    <a:pt x="6621" y="1071"/>
                    <a:pt x="6817" y="875"/>
                    <a:pt x="7067" y="875"/>
                  </a:cubicBezTo>
                  <a:close/>
                  <a:moveTo>
                    <a:pt x="1" y="1"/>
                  </a:moveTo>
                  <a:lnTo>
                    <a:pt x="1" y="4265"/>
                  </a:lnTo>
                  <a:cubicBezTo>
                    <a:pt x="1" y="4515"/>
                    <a:pt x="197" y="4711"/>
                    <a:pt x="447" y="4711"/>
                  </a:cubicBezTo>
                  <a:lnTo>
                    <a:pt x="8833" y="4711"/>
                  </a:lnTo>
                  <a:lnTo>
                    <a:pt x="88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1141400" y="3381400"/>
              <a:ext cx="220375" cy="178000"/>
            </a:xfrm>
            <a:custGeom>
              <a:rect b="b" l="l" r="r" t="t"/>
              <a:pathLst>
                <a:path extrusionOk="0" h="7120" w="8815">
                  <a:moveTo>
                    <a:pt x="7066" y="1321"/>
                  </a:moveTo>
                  <a:cubicBezTo>
                    <a:pt x="7298" y="1321"/>
                    <a:pt x="7494" y="1517"/>
                    <a:pt x="7494" y="1767"/>
                  </a:cubicBezTo>
                  <a:lnTo>
                    <a:pt x="7494" y="5353"/>
                  </a:lnTo>
                  <a:cubicBezTo>
                    <a:pt x="7494" y="5585"/>
                    <a:pt x="7298" y="5799"/>
                    <a:pt x="7066" y="5799"/>
                  </a:cubicBezTo>
                  <a:lnTo>
                    <a:pt x="1767" y="5799"/>
                  </a:lnTo>
                  <a:cubicBezTo>
                    <a:pt x="1517" y="5799"/>
                    <a:pt x="1321" y="5585"/>
                    <a:pt x="1321" y="5353"/>
                  </a:cubicBezTo>
                  <a:lnTo>
                    <a:pt x="1321" y="1767"/>
                  </a:lnTo>
                  <a:cubicBezTo>
                    <a:pt x="1321" y="1517"/>
                    <a:pt x="1517" y="1321"/>
                    <a:pt x="1767" y="1321"/>
                  </a:cubicBezTo>
                  <a:close/>
                  <a:moveTo>
                    <a:pt x="446" y="0"/>
                  </a:moveTo>
                  <a:cubicBezTo>
                    <a:pt x="197" y="0"/>
                    <a:pt x="0" y="196"/>
                    <a:pt x="0" y="446"/>
                  </a:cubicBezTo>
                  <a:lnTo>
                    <a:pt x="0" y="7119"/>
                  </a:lnTo>
                  <a:lnTo>
                    <a:pt x="8815" y="7119"/>
                  </a:lnTo>
                  <a:lnTo>
                    <a:pt x="88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844" name="Google Shape;844;p30"/>
          <p:cNvPicPr preferRelativeResize="0"/>
          <p:nvPr/>
        </p:nvPicPr>
        <p:blipFill rotWithShape="1">
          <a:blip r:embed="rId4">
            <a:alphaModFix/>
          </a:blip>
          <a:srcRect b="9382" l="59612" r="7397" t="67068"/>
          <a:stretch/>
        </p:blipFill>
        <p:spPr>
          <a:xfrm>
            <a:off x="3207500" y="2325475"/>
            <a:ext cx="2487275" cy="251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30"/>
          <p:cNvPicPr preferRelativeResize="0"/>
          <p:nvPr/>
        </p:nvPicPr>
        <p:blipFill rotWithShape="1">
          <a:blip r:embed="rId5">
            <a:alphaModFix/>
          </a:blip>
          <a:srcRect b="63450" l="44543" r="41619" t="32408"/>
          <a:stretch/>
        </p:blipFill>
        <p:spPr>
          <a:xfrm>
            <a:off x="4082275" y="2383625"/>
            <a:ext cx="737725" cy="188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1"/>
          <p:cNvSpPr/>
          <p:nvPr/>
        </p:nvSpPr>
        <p:spPr>
          <a:xfrm>
            <a:off x="400475" y="1188775"/>
            <a:ext cx="5387148" cy="3465504"/>
          </a:xfrm>
          <a:prstGeom prst="cloud">
            <a:avLst/>
          </a:prstGeom>
          <a:solidFill>
            <a:schemeClr val="dk1"/>
          </a:solidFill>
          <a:ln cap="flat" cmpd="sng" w="28575">
            <a:solidFill>
              <a:srgbClr val="75FF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1" name="Google Shape;851;p31"/>
          <p:cNvSpPr/>
          <p:nvPr/>
        </p:nvSpPr>
        <p:spPr>
          <a:xfrm>
            <a:off x="4411000" y="2901325"/>
            <a:ext cx="766800" cy="608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852" name="Google Shape;852;p31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Notre Projet</a:t>
            </a:r>
            <a:endParaRPr/>
          </a:p>
        </p:txBody>
      </p:sp>
      <p:sp>
        <p:nvSpPr>
          <p:cNvPr id="853" name="Google Shape;853;p31"/>
          <p:cNvSpPr/>
          <p:nvPr/>
        </p:nvSpPr>
        <p:spPr>
          <a:xfrm>
            <a:off x="4415925" y="429772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4" name="Google Shape;854;p31"/>
          <p:cNvGrpSpPr/>
          <p:nvPr/>
        </p:nvGrpSpPr>
        <p:grpSpPr>
          <a:xfrm>
            <a:off x="6080216" y="1885714"/>
            <a:ext cx="2737964" cy="2857328"/>
            <a:chOff x="5923576" y="1263454"/>
            <a:chExt cx="2507293" cy="2616601"/>
          </a:xfrm>
        </p:grpSpPr>
        <p:sp>
          <p:nvSpPr>
            <p:cNvPr id="855" name="Google Shape;855;p31"/>
            <p:cNvSpPr/>
            <p:nvPr/>
          </p:nvSpPr>
          <p:spPr>
            <a:xfrm>
              <a:off x="5923576" y="1263454"/>
              <a:ext cx="2507293" cy="2616601"/>
            </a:xfrm>
            <a:custGeom>
              <a:rect b="b" l="l" r="r" t="t"/>
              <a:pathLst>
                <a:path extrusionOk="0" h="32460" w="31104">
                  <a:moveTo>
                    <a:pt x="16921" y="0"/>
                  </a:moveTo>
                  <a:cubicBezTo>
                    <a:pt x="15135" y="0"/>
                    <a:pt x="13349" y="333"/>
                    <a:pt x="11679" y="1030"/>
                  </a:cubicBezTo>
                  <a:cubicBezTo>
                    <a:pt x="6767" y="3086"/>
                    <a:pt x="3183" y="8173"/>
                    <a:pt x="3158" y="13512"/>
                  </a:cubicBezTo>
                  <a:lnTo>
                    <a:pt x="3158" y="20003"/>
                  </a:lnTo>
                  <a:lnTo>
                    <a:pt x="652" y="22183"/>
                  </a:lnTo>
                  <a:cubicBezTo>
                    <a:pt x="276" y="22334"/>
                    <a:pt x="25" y="22685"/>
                    <a:pt x="25" y="23086"/>
                  </a:cubicBezTo>
                  <a:lnTo>
                    <a:pt x="25" y="23261"/>
                  </a:lnTo>
                  <a:cubicBezTo>
                    <a:pt x="0" y="23437"/>
                    <a:pt x="50" y="23612"/>
                    <a:pt x="151" y="23737"/>
                  </a:cubicBezTo>
                  <a:lnTo>
                    <a:pt x="1830" y="29276"/>
                  </a:lnTo>
                  <a:cubicBezTo>
                    <a:pt x="1955" y="29677"/>
                    <a:pt x="2331" y="29928"/>
                    <a:pt x="2732" y="29928"/>
                  </a:cubicBezTo>
                  <a:lnTo>
                    <a:pt x="3158" y="29928"/>
                  </a:lnTo>
                  <a:lnTo>
                    <a:pt x="3158" y="31532"/>
                  </a:lnTo>
                  <a:cubicBezTo>
                    <a:pt x="3158" y="32058"/>
                    <a:pt x="3584" y="32459"/>
                    <a:pt x="4110" y="32459"/>
                  </a:cubicBezTo>
                  <a:lnTo>
                    <a:pt x="30101" y="32459"/>
                  </a:lnTo>
                  <a:cubicBezTo>
                    <a:pt x="30627" y="32459"/>
                    <a:pt x="31053" y="32058"/>
                    <a:pt x="31053" y="31532"/>
                  </a:cubicBezTo>
                  <a:lnTo>
                    <a:pt x="31053" y="27848"/>
                  </a:lnTo>
                  <a:cubicBezTo>
                    <a:pt x="31078" y="27747"/>
                    <a:pt x="31103" y="27622"/>
                    <a:pt x="31103" y="27497"/>
                  </a:cubicBezTo>
                  <a:cubicBezTo>
                    <a:pt x="31028" y="21006"/>
                    <a:pt x="30953" y="14514"/>
                    <a:pt x="30878" y="8023"/>
                  </a:cubicBezTo>
                  <a:cubicBezTo>
                    <a:pt x="30878" y="7822"/>
                    <a:pt x="30802" y="7597"/>
                    <a:pt x="30652" y="7421"/>
                  </a:cubicBezTo>
                  <a:lnTo>
                    <a:pt x="29775" y="6369"/>
                  </a:lnTo>
                  <a:cubicBezTo>
                    <a:pt x="29574" y="6143"/>
                    <a:pt x="29324" y="6018"/>
                    <a:pt x="29023" y="6018"/>
                  </a:cubicBezTo>
                  <a:lnTo>
                    <a:pt x="28672" y="6018"/>
                  </a:lnTo>
                  <a:cubicBezTo>
                    <a:pt x="26059" y="2180"/>
                    <a:pt x="21490" y="0"/>
                    <a:pt x="169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rotWithShape="0" algn="bl" dir="2280000" dist="57150">
                <a:schemeClr val="accent5">
                  <a:alpha val="19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6234654" y="1338421"/>
              <a:ext cx="2105291" cy="2466827"/>
            </a:xfrm>
            <a:custGeom>
              <a:rect b="b" l="l" r="r" t="t"/>
              <a:pathLst>
                <a:path extrusionOk="0" h="30602" w="26117">
                  <a:moveTo>
                    <a:pt x="13008" y="0"/>
                  </a:moveTo>
                  <a:cubicBezTo>
                    <a:pt x="12181" y="0"/>
                    <a:pt x="11354" y="75"/>
                    <a:pt x="10577" y="226"/>
                  </a:cubicBezTo>
                  <a:cubicBezTo>
                    <a:pt x="9700" y="376"/>
                    <a:pt x="8848" y="627"/>
                    <a:pt x="8046" y="953"/>
                  </a:cubicBezTo>
                  <a:cubicBezTo>
                    <a:pt x="7720" y="1078"/>
                    <a:pt x="7419" y="1228"/>
                    <a:pt x="7119" y="1379"/>
                  </a:cubicBezTo>
                  <a:cubicBezTo>
                    <a:pt x="6342" y="1755"/>
                    <a:pt x="5615" y="2206"/>
                    <a:pt x="4938" y="2732"/>
                  </a:cubicBezTo>
                  <a:cubicBezTo>
                    <a:pt x="4337" y="3183"/>
                    <a:pt x="3760" y="3710"/>
                    <a:pt x="3259" y="4261"/>
                  </a:cubicBezTo>
                  <a:cubicBezTo>
                    <a:pt x="2156" y="5464"/>
                    <a:pt x="1304" y="6892"/>
                    <a:pt x="728" y="8446"/>
                  </a:cubicBezTo>
                  <a:cubicBezTo>
                    <a:pt x="527" y="9023"/>
                    <a:pt x="352" y="9599"/>
                    <a:pt x="251" y="10201"/>
                  </a:cubicBezTo>
                  <a:cubicBezTo>
                    <a:pt x="76" y="10978"/>
                    <a:pt x="1" y="11780"/>
                    <a:pt x="1" y="12582"/>
                  </a:cubicBezTo>
                  <a:lnTo>
                    <a:pt x="1" y="30602"/>
                  </a:lnTo>
                  <a:lnTo>
                    <a:pt x="25991" y="30602"/>
                  </a:lnTo>
                  <a:lnTo>
                    <a:pt x="25991" y="19775"/>
                  </a:lnTo>
                  <a:cubicBezTo>
                    <a:pt x="25991" y="18472"/>
                    <a:pt x="26066" y="17143"/>
                    <a:pt x="26091" y="15790"/>
                  </a:cubicBezTo>
                  <a:cubicBezTo>
                    <a:pt x="26116" y="14963"/>
                    <a:pt x="26116" y="14136"/>
                    <a:pt x="26091" y="13309"/>
                  </a:cubicBezTo>
                  <a:cubicBezTo>
                    <a:pt x="26091" y="13083"/>
                    <a:pt x="26066" y="12883"/>
                    <a:pt x="26066" y="12657"/>
                  </a:cubicBezTo>
                  <a:cubicBezTo>
                    <a:pt x="25991" y="11554"/>
                    <a:pt x="25841" y="10451"/>
                    <a:pt x="25540" y="9399"/>
                  </a:cubicBezTo>
                  <a:cubicBezTo>
                    <a:pt x="25014" y="7469"/>
                    <a:pt x="24011" y="5639"/>
                    <a:pt x="22607" y="4136"/>
                  </a:cubicBezTo>
                  <a:cubicBezTo>
                    <a:pt x="22482" y="3985"/>
                    <a:pt x="22332" y="3835"/>
                    <a:pt x="22181" y="3710"/>
                  </a:cubicBezTo>
                  <a:cubicBezTo>
                    <a:pt x="22106" y="3634"/>
                    <a:pt x="22031" y="3559"/>
                    <a:pt x="21956" y="3484"/>
                  </a:cubicBezTo>
                  <a:cubicBezTo>
                    <a:pt x="21805" y="3334"/>
                    <a:pt x="21630" y="3183"/>
                    <a:pt x="21455" y="3058"/>
                  </a:cubicBezTo>
                  <a:cubicBezTo>
                    <a:pt x="21329" y="2933"/>
                    <a:pt x="21179" y="2832"/>
                    <a:pt x="21054" y="2732"/>
                  </a:cubicBezTo>
                  <a:cubicBezTo>
                    <a:pt x="21003" y="2682"/>
                    <a:pt x="20928" y="2632"/>
                    <a:pt x="20878" y="2582"/>
                  </a:cubicBezTo>
                  <a:cubicBezTo>
                    <a:pt x="20427" y="2256"/>
                    <a:pt x="19976" y="1955"/>
                    <a:pt x="19475" y="1679"/>
                  </a:cubicBezTo>
                  <a:cubicBezTo>
                    <a:pt x="17570" y="602"/>
                    <a:pt x="15364" y="0"/>
                    <a:pt x="13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1"/>
            <p:cNvSpPr/>
            <p:nvPr/>
          </p:nvSpPr>
          <p:spPr>
            <a:xfrm>
              <a:off x="6277136" y="2158628"/>
              <a:ext cx="282860" cy="280926"/>
            </a:xfrm>
            <a:custGeom>
              <a:rect b="b" l="l" r="r" t="t"/>
              <a:pathLst>
                <a:path extrusionOk="0" h="3485" w="3509">
                  <a:moveTo>
                    <a:pt x="0" y="1"/>
                  </a:moveTo>
                  <a:lnTo>
                    <a:pt x="0" y="3484"/>
                  </a:lnTo>
                  <a:lnTo>
                    <a:pt x="3509" y="3484"/>
                  </a:lnTo>
                  <a:lnTo>
                    <a:pt x="3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1"/>
            <p:cNvSpPr/>
            <p:nvPr/>
          </p:nvSpPr>
          <p:spPr>
            <a:xfrm>
              <a:off x="7077200" y="3441536"/>
              <a:ext cx="282860" cy="282941"/>
            </a:xfrm>
            <a:custGeom>
              <a:rect b="b" l="l" r="r" t="t"/>
              <a:pathLst>
                <a:path extrusionOk="0" h="3510" w="3509">
                  <a:moveTo>
                    <a:pt x="0" y="1"/>
                  </a:moveTo>
                  <a:lnTo>
                    <a:pt x="0" y="3509"/>
                  </a:lnTo>
                  <a:lnTo>
                    <a:pt x="3509" y="3509"/>
                  </a:lnTo>
                  <a:lnTo>
                    <a:pt x="35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1"/>
            <p:cNvSpPr/>
            <p:nvPr/>
          </p:nvSpPr>
          <p:spPr>
            <a:xfrm>
              <a:off x="7774163" y="1473765"/>
              <a:ext cx="282941" cy="282941"/>
            </a:xfrm>
            <a:custGeom>
              <a:rect b="b" l="l" r="r" t="t"/>
              <a:pathLst>
                <a:path extrusionOk="0" h="3510" w="3510">
                  <a:moveTo>
                    <a:pt x="1" y="0"/>
                  </a:moveTo>
                  <a:lnTo>
                    <a:pt x="1" y="3509"/>
                  </a:lnTo>
                  <a:lnTo>
                    <a:pt x="3509" y="3509"/>
                  </a:lnTo>
                  <a:lnTo>
                    <a:pt x="3509" y="2457"/>
                  </a:lnTo>
                  <a:cubicBezTo>
                    <a:pt x="3384" y="2306"/>
                    <a:pt x="3234" y="2156"/>
                    <a:pt x="3083" y="2031"/>
                  </a:cubicBezTo>
                  <a:cubicBezTo>
                    <a:pt x="3008" y="1955"/>
                    <a:pt x="2933" y="1880"/>
                    <a:pt x="2858" y="1805"/>
                  </a:cubicBezTo>
                  <a:cubicBezTo>
                    <a:pt x="2707" y="1655"/>
                    <a:pt x="2532" y="1504"/>
                    <a:pt x="2357" y="1379"/>
                  </a:cubicBezTo>
                  <a:cubicBezTo>
                    <a:pt x="2231" y="1254"/>
                    <a:pt x="2081" y="1153"/>
                    <a:pt x="1956" y="1053"/>
                  </a:cubicBezTo>
                  <a:cubicBezTo>
                    <a:pt x="1905" y="1003"/>
                    <a:pt x="1830" y="953"/>
                    <a:pt x="1780" y="903"/>
                  </a:cubicBezTo>
                  <a:cubicBezTo>
                    <a:pt x="1329" y="577"/>
                    <a:pt x="878" y="276"/>
                    <a:pt x="3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1"/>
            <p:cNvSpPr/>
            <p:nvPr/>
          </p:nvSpPr>
          <p:spPr>
            <a:xfrm>
              <a:off x="6806428" y="1447486"/>
              <a:ext cx="291002" cy="565802"/>
            </a:xfrm>
            <a:custGeom>
              <a:rect b="b" l="l" r="r" t="t"/>
              <a:pathLst>
                <a:path extrusionOk="0" h="7019" w="3610">
                  <a:moveTo>
                    <a:pt x="1" y="1"/>
                  </a:moveTo>
                  <a:lnTo>
                    <a:pt x="1229" y="7018"/>
                  </a:lnTo>
                  <a:lnTo>
                    <a:pt x="3610" y="428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1"/>
            <p:cNvSpPr/>
            <p:nvPr/>
          </p:nvSpPr>
          <p:spPr>
            <a:xfrm>
              <a:off x="7566106" y="3679981"/>
              <a:ext cx="424331" cy="125268"/>
            </a:xfrm>
            <a:custGeom>
              <a:rect b="b" l="l" r="r" t="t"/>
              <a:pathLst>
                <a:path extrusionOk="0" h="1554" w="5264">
                  <a:moveTo>
                    <a:pt x="4436" y="0"/>
                  </a:moveTo>
                  <a:lnTo>
                    <a:pt x="0" y="1554"/>
                  </a:lnTo>
                  <a:lnTo>
                    <a:pt x="5263" y="1554"/>
                  </a:lnTo>
                  <a:lnTo>
                    <a:pt x="44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1"/>
            <p:cNvSpPr/>
            <p:nvPr/>
          </p:nvSpPr>
          <p:spPr>
            <a:xfrm>
              <a:off x="6444807" y="3679497"/>
              <a:ext cx="278911" cy="125752"/>
            </a:xfrm>
            <a:custGeom>
              <a:rect b="b" l="l" r="r" t="t"/>
              <a:pathLst>
                <a:path extrusionOk="0" h="1560" w="3460">
                  <a:moveTo>
                    <a:pt x="1128" y="0"/>
                  </a:moveTo>
                  <a:cubicBezTo>
                    <a:pt x="1086" y="0"/>
                    <a:pt x="1044" y="2"/>
                    <a:pt x="1003" y="6"/>
                  </a:cubicBezTo>
                  <a:cubicBezTo>
                    <a:pt x="928" y="6"/>
                    <a:pt x="878" y="6"/>
                    <a:pt x="827" y="31"/>
                  </a:cubicBezTo>
                  <a:cubicBezTo>
                    <a:pt x="677" y="56"/>
                    <a:pt x="552" y="106"/>
                    <a:pt x="451" y="181"/>
                  </a:cubicBezTo>
                  <a:cubicBezTo>
                    <a:pt x="401" y="232"/>
                    <a:pt x="351" y="257"/>
                    <a:pt x="326" y="307"/>
                  </a:cubicBezTo>
                  <a:cubicBezTo>
                    <a:pt x="25" y="608"/>
                    <a:pt x="0" y="1059"/>
                    <a:pt x="151" y="1560"/>
                  </a:cubicBezTo>
                  <a:lnTo>
                    <a:pt x="3459" y="1560"/>
                  </a:lnTo>
                  <a:cubicBezTo>
                    <a:pt x="3259" y="1284"/>
                    <a:pt x="3008" y="1009"/>
                    <a:pt x="2707" y="733"/>
                  </a:cubicBezTo>
                  <a:cubicBezTo>
                    <a:pt x="2222" y="271"/>
                    <a:pt x="1630" y="0"/>
                    <a:pt x="112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1"/>
            <p:cNvSpPr/>
            <p:nvPr/>
          </p:nvSpPr>
          <p:spPr>
            <a:xfrm>
              <a:off x="6462945" y="3658216"/>
              <a:ext cx="278911" cy="147033"/>
            </a:xfrm>
            <a:custGeom>
              <a:rect b="b" l="l" r="r" t="t"/>
              <a:pathLst>
                <a:path extrusionOk="0" h="1824" w="3460">
                  <a:moveTo>
                    <a:pt x="1101" y="0"/>
                  </a:moveTo>
                  <a:cubicBezTo>
                    <a:pt x="790" y="0"/>
                    <a:pt x="517" y="95"/>
                    <a:pt x="327" y="295"/>
                  </a:cubicBezTo>
                  <a:cubicBezTo>
                    <a:pt x="302" y="345"/>
                    <a:pt x="252" y="395"/>
                    <a:pt x="226" y="445"/>
                  </a:cubicBezTo>
                  <a:cubicBezTo>
                    <a:pt x="1" y="796"/>
                    <a:pt x="51" y="1323"/>
                    <a:pt x="302" y="1824"/>
                  </a:cubicBezTo>
                  <a:lnTo>
                    <a:pt x="3460" y="1824"/>
                  </a:lnTo>
                  <a:cubicBezTo>
                    <a:pt x="3334" y="1448"/>
                    <a:pt x="3084" y="1047"/>
                    <a:pt x="2733" y="721"/>
                  </a:cubicBezTo>
                  <a:cubicBezTo>
                    <a:pt x="2220" y="255"/>
                    <a:pt x="1610" y="0"/>
                    <a:pt x="1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1"/>
            <p:cNvSpPr/>
            <p:nvPr/>
          </p:nvSpPr>
          <p:spPr>
            <a:xfrm>
              <a:off x="6477132" y="3668212"/>
              <a:ext cx="256662" cy="137037"/>
            </a:xfrm>
            <a:custGeom>
              <a:rect b="b" l="l" r="r" t="t"/>
              <a:pathLst>
                <a:path extrusionOk="0" h="1700" w="3184">
                  <a:moveTo>
                    <a:pt x="1009" y="0"/>
                  </a:moveTo>
                  <a:cubicBezTo>
                    <a:pt x="785" y="0"/>
                    <a:pt x="583" y="56"/>
                    <a:pt x="426" y="171"/>
                  </a:cubicBezTo>
                  <a:cubicBezTo>
                    <a:pt x="376" y="196"/>
                    <a:pt x="326" y="246"/>
                    <a:pt x="301" y="271"/>
                  </a:cubicBezTo>
                  <a:cubicBezTo>
                    <a:pt x="0" y="597"/>
                    <a:pt x="0" y="1149"/>
                    <a:pt x="276" y="1700"/>
                  </a:cubicBezTo>
                  <a:lnTo>
                    <a:pt x="351" y="1700"/>
                  </a:lnTo>
                  <a:cubicBezTo>
                    <a:pt x="76" y="1174"/>
                    <a:pt x="50" y="622"/>
                    <a:pt x="351" y="321"/>
                  </a:cubicBezTo>
                  <a:cubicBezTo>
                    <a:pt x="426" y="246"/>
                    <a:pt x="502" y="196"/>
                    <a:pt x="602" y="146"/>
                  </a:cubicBezTo>
                  <a:cubicBezTo>
                    <a:pt x="727" y="96"/>
                    <a:pt x="853" y="71"/>
                    <a:pt x="1003" y="71"/>
                  </a:cubicBezTo>
                  <a:cubicBezTo>
                    <a:pt x="1228" y="71"/>
                    <a:pt x="1479" y="121"/>
                    <a:pt x="1705" y="246"/>
                  </a:cubicBezTo>
                  <a:cubicBezTo>
                    <a:pt x="1955" y="347"/>
                    <a:pt x="2206" y="497"/>
                    <a:pt x="2431" y="722"/>
                  </a:cubicBezTo>
                  <a:cubicBezTo>
                    <a:pt x="2757" y="998"/>
                    <a:pt x="2983" y="1349"/>
                    <a:pt x="3108" y="1700"/>
                  </a:cubicBezTo>
                  <a:lnTo>
                    <a:pt x="3183" y="1700"/>
                  </a:lnTo>
                  <a:cubicBezTo>
                    <a:pt x="3108" y="1524"/>
                    <a:pt x="3033" y="1374"/>
                    <a:pt x="2958" y="1224"/>
                  </a:cubicBezTo>
                  <a:cubicBezTo>
                    <a:pt x="2832" y="1023"/>
                    <a:pt x="2657" y="848"/>
                    <a:pt x="2482" y="672"/>
                  </a:cubicBezTo>
                  <a:cubicBezTo>
                    <a:pt x="2027" y="234"/>
                    <a:pt x="1470" y="0"/>
                    <a:pt x="100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1"/>
            <p:cNvSpPr/>
            <p:nvPr/>
          </p:nvSpPr>
          <p:spPr>
            <a:xfrm>
              <a:off x="5982100" y="1825306"/>
              <a:ext cx="2353812" cy="1775919"/>
            </a:xfrm>
            <a:custGeom>
              <a:rect b="b" l="l" r="r" t="t"/>
              <a:pathLst>
                <a:path extrusionOk="0" h="22031" w="29200">
                  <a:moveTo>
                    <a:pt x="5690" y="0"/>
                  </a:moveTo>
                  <a:lnTo>
                    <a:pt x="4613" y="12181"/>
                  </a:lnTo>
                  <a:lnTo>
                    <a:pt x="1" y="16216"/>
                  </a:lnTo>
                  <a:lnTo>
                    <a:pt x="1780" y="22031"/>
                  </a:lnTo>
                  <a:lnTo>
                    <a:pt x="24913" y="22031"/>
                  </a:lnTo>
                  <a:lnTo>
                    <a:pt x="24964" y="22005"/>
                  </a:lnTo>
                  <a:lnTo>
                    <a:pt x="29199" y="20527"/>
                  </a:lnTo>
                  <a:lnTo>
                    <a:pt x="28949" y="1078"/>
                  </a:lnTo>
                  <a:lnTo>
                    <a:pt x="28071" y="0"/>
                  </a:lnTo>
                  <a:close/>
                </a:path>
              </a:pathLst>
            </a:custGeom>
            <a:solidFill>
              <a:srgbClr val="512A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1"/>
            <p:cNvSpPr/>
            <p:nvPr/>
          </p:nvSpPr>
          <p:spPr>
            <a:xfrm>
              <a:off x="6456899" y="1918249"/>
              <a:ext cx="1664838" cy="796024"/>
            </a:xfrm>
            <a:custGeom>
              <a:rect b="b" l="l" r="r" t="t"/>
              <a:pathLst>
                <a:path extrusionOk="0" h="9875" w="20653">
                  <a:moveTo>
                    <a:pt x="853" y="0"/>
                  </a:moveTo>
                  <a:lnTo>
                    <a:pt x="226" y="7243"/>
                  </a:lnTo>
                  <a:lnTo>
                    <a:pt x="1" y="9825"/>
                  </a:lnTo>
                  <a:lnTo>
                    <a:pt x="20126" y="9875"/>
                  </a:lnTo>
                  <a:lnTo>
                    <a:pt x="20277" y="7294"/>
                  </a:lnTo>
                  <a:lnTo>
                    <a:pt x="206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1"/>
            <p:cNvSpPr/>
            <p:nvPr/>
          </p:nvSpPr>
          <p:spPr>
            <a:xfrm>
              <a:off x="6456899" y="2502107"/>
              <a:ext cx="1634529" cy="212166"/>
            </a:xfrm>
            <a:custGeom>
              <a:rect b="b" l="l" r="r" t="t"/>
              <a:pathLst>
                <a:path extrusionOk="0" h="2632" w="20277">
                  <a:moveTo>
                    <a:pt x="226" y="0"/>
                  </a:moveTo>
                  <a:lnTo>
                    <a:pt x="1" y="2582"/>
                  </a:lnTo>
                  <a:lnTo>
                    <a:pt x="20126" y="2632"/>
                  </a:lnTo>
                  <a:lnTo>
                    <a:pt x="20277" y="51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75FF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1"/>
            <p:cNvSpPr/>
            <p:nvPr/>
          </p:nvSpPr>
          <p:spPr>
            <a:xfrm>
              <a:off x="6452868" y="2627375"/>
              <a:ext cx="198059" cy="82867"/>
            </a:xfrm>
            <a:custGeom>
              <a:rect b="b" l="l" r="r" t="t"/>
              <a:pathLst>
                <a:path extrusionOk="0" h="1028" w="2457">
                  <a:moveTo>
                    <a:pt x="1103" y="0"/>
                  </a:moveTo>
                  <a:cubicBezTo>
                    <a:pt x="677" y="0"/>
                    <a:pt x="301" y="176"/>
                    <a:pt x="51" y="476"/>
                  </a:cubicBezTo>
                  <a:lnTo>
                    <a:pt x="1" y="1028"/>
                  </a:lnTo>
                  <a:lnTo>
                    <a:pt x="2457" y="1028"/>
                  </a:lnTo>
                  <a:cubicBezTo>
                    <a:pt x="2281" y="426"/>
                    <a:pt x="1755" y="0"/>
                    <a:pt x="110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1"/>
            <p:cNvSpPr/>
            <p:nvPr/>
          </p:nvSpPr>
          <p:spPr>
            <a:xfrm>
              <a:off x="6650849" y="2627375"/>
              <a:ext cx="218292" cy="82867"/>
            </a:xfrm>
            <a:custGeom>
              <a:rect b="b" l="l" r="r" t="t"/>
              <a:pathLst>
                <a:path extrusionOk="0" h="1028" w="2708">
                  <a:moveTo>
                    <a:pt x="1354" y="0"/>
                  </a:moveTo>
                  <a:cubicBezTo>
                    <a:pt x="703" y="0"/>
                    <a:pt x="176" y="426"/>
                    <a:pt x="1" y="1028"/>
                  </a:cubicBezTo>
                  <a:lnTo>
                    <a:pt x="2708" y="1028"/>
                  </a:lnTo>
                  <a:cubicBezTo>
                    <a:pt x="2682" y="1003"/>
                    <a:pt x="2682" y="953"/>
                    <a:pt x="2657" y="928"/>
                  </a:cubicBezTo>
                  <a:cubicBezTo>
                    <a:pt x="2482" y="401"/>
                    <a:pt x="1956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1"/>
            <p:cNvSpPr/>
            <p:nvPr/>
          </p:nvSpPr>
          <p:spPr>
            <a:xfrm>
              <a:off x="6863017" y="2627375"/>
              <a:ext cx="218292" cy="82867"/>
            </a:xfrm>
            <a:custGeom>
              <a:rect b="b" l="l" r="r" t="t"/>
              <a:pathLst>
                <a:path extrusionOk="0" h="1028" w="2708">
                  <a:moveTo>
                    <a:pt x="1354" y="0"/>
                  </a:moveTo>
                  <a:cubicBezTo>
                    <a:pt x="752" y="0"/>
                    <a:pt x="226" y="401"/>
                    <a:pt x="25" y="928"/>
                  </a:cubicBezTo>
                  <a:cubicBezTo>
                    <a:pt x="25" y="953"/>
                    <a:pt x="25" y="1003"/>
                    <a:pt x="0" y="1028"/>
                  </a:cubicBezTo>
                  <a:lnTo>
                    <a:pt x="2707" y="1028"/>
                  </a:lnTo>
                  <a:cubicBezTo>
                    <a:pt x="2532" y="426"/>
                    <a:pt x="2005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1"/>
            <p:cNvSpPr/>
            <p:nvPr/>
          </p:nvSpPr>
          <p:spPr>
            <a:xfrm>
              <a:off x="7081231" y="2627375"/>
              <a:ext cx="218211" cy="82867"/>
            </a:xfrm>
            <a:custGeom>
              <a:rect b="b" l="l" r="r" t="t"/>
              <a:pathLst>
                <a:path extrusionOk="0" h="1028" w="2707">
                  <a:moveTo>
                    <a:pt x="1354" y="0"/>
                  </a:moveTo>
                  <a:cubicBezTo>
                    <a:pt x="702" y="0"/>
                    <a:pt x="176" y="426"/>
                    <a:pt x="0" y="1028"/>
                  </a:cubicBezTo>
                  <a:lnTo>
                    <a:pt x="2707" y="1028"/>
                  </a:lnTo>
                  <a:cubicBezTo>
                    <a:pt x="2707" y="1003"/>
                    <a:pt x="2682" y="953"/>
                    <a:pt x="2682" y="928"/>
                  </a:cubicBezTo>
                  <a:cubicBezTo>
                    <a:pt x="2481" y="401"/>
                    <a:pt x="1955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1"/>
            <p:cNvSpPr/>
            <p:nvPr/>
          </p:nvSpPr>
          <p:spPr>
            <a:xfrm>
              <a:off x="7293319" y="2627375"/>
              <a:ext cx="218292" cy="82867"/>
            </a:xfrm>
            <a:custGeom>
              <a:rect b="b" l="l" r="r" t="t"/>
              <a:pathLst>
                <a:path extrusionOk="0" h="1028" w="2708">
                  <a:moveTo>
                    <a:pt x="1354" y="0"/>
                  </a:moveTo>
                  <a:cubicBezTo>
                    <a:pt x="753" y="0"/>
                    <a:pt x="226" y="401"/>
                    <a:pt x="51" y="928"/>
                  </a:cubicBezTo>
                  <a:cubicBezTo>
                    <a:pt x="26" y="953"/>
                    <a:pt x="26" y="1003"/>
                    <a:pt x="1" y="1028"/>
                  </a:cubicBezTo>
                  <a:lnTo>
                    <a:pt x="2708" y="1028"/>
                  </a:lnTo>
                  <a:cubicBezTo>
                    <a:pt x="2557" y="426"/>
                    <a:pt x="2006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1"/>
            <p:cNvSpPr/>
            <p:nvPr/>
          </p:nvSpPr>
          <p:spPr>
            <a:xfrm>
              <a:off x="7511533" y="2627375"/>
              <a:ext cx="218292" cy="82867"/>
            </a:xfrm>
            <a:custGeom>
              <a:rect b="b" l="l" r="r" t="t"/>
              <a:pathLst>
                <a:path extrusionOk="0" h="1028" w="2708">
                  <a:moveTo>
                    <a:pt x="1354" y="0"/>
                  </a:moveTo>
                  <a:cubicBezTo>
                    <a:pt x="702" y="0"/>
                    <a:pt x="176" y="426"/>
                    <a:pt x="1" y="1028"/>
                  </a:cubicBezTo>
                  <a:lnTo>
                    <a:pt x="2707" y="1028"/>
                  </a:lnTo>
                  <a:cubicBezTo>
                    <a:pt x="2707" y="1003"/>
                    <a:pt x="2682" y="953"/>
                    <a:pt x="2682" y="928"/>
                  </a:cubicBezTo>
                  <a:cubicBezTo>
                    <a:pt x="2482" y="401"/>
                    <a:pt x="1955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1"/>
            <p:cNvSpPr/>
            <p:nvPr/>
          </p:nvSpPr>
          <p:spPr>
            <a:xfrm>
              <a:off x="7725716" y="2627375"/>
              <a:ext cx="216196" cy="82867"/>
            </a:xfrm>
            <a:custGeom>
              <a:rect b="b" l="l" r="r" t="t"/>
              <a:pathLst>
                <a:path extrusionOk="0" h="1028" w="2682">
                  <a:moveTo>
                    <a:pt x="1329" y="0"/>
                  </a:moveTo>
                  <a:cubicBezTo>
                    <a:pt x="727" y="0"/>
                    <a:pt x="201" y="401"/>
                    <a:pt x="25" y="928"/>
                  </a:cubicBezTo>
                  <a:cubicBezTo>
                    <a:pt x="0" y="953"/>
                    <a:pt x="0" y="1003"/>
                    <a:pt x="0" y="1028"/>
                  </a:cubicBezTo>
                  <a:lnTo>
                    <a:pt x="2682" y="1028"/>
                  </a:lnTo>
                  <a:cubicBezTo>
                    <a:pt x="2532" y="426"/>
                    <a:pt x="1980" y="0"/>
                    <a:pt x="13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1"/>
            <p:cNvSpPr/>
            <p:nvPr/>
          </p:nvSpPr>
          <p:spPr>
            <a:xfrm>
              <a:off x="7941834" y="2627375"/>
              <a:ext cx="145582" cy="82867"/>
            </a:xfrm>
            <a:custGeom>
              <a:rect b="b" l="l" r="r" t="t"/>
              <a:pathLst>
                <a:path extrusionOk="0" h="1028" w="1806">
                  <a:moveTo>
                    <a:pt x="1354" y="0"/>
                  </a:moveTo>
                  <a:cubicBezTo>
                    <a:pt x="728" y="0"/>
                    <a:pt x="176" y="426"/>
                    <a:pt x="1" y="1028"/>
                  </a:cubicBezTo>
                  <a:lnTo>
                    <a:pt x="1805" y="1028"/>
                  </a:lnTo>
                  <a:lnTo>
                    <a:pt x="1730" y="50"/>
                  </a:lnTo>
                  <a:cubicBezTo>
                    <a:pt x="1605" y="25"/>
                    <a:pt x="1480" y="0"/>
                    <a:pt x="13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7703467" y="1976852"/>
              <a:ext cx="91009" cy="90928"/>
            </a:xfrm>
            <a:custGeom>
              <a:rect b="b" l="l" r="r" t="t"/>
              <a:pathLst>
                <a:path extrusionOk="0" h="1128" w="1129">
                  <a:moveTo>
                    <a:pt x="577" y="0"/>
                  </a:moveTo>
                  <a:cubicBezTo>
                    <a:pt x="251" y="0"/>
                    <a:pt x="0" y="251"/>
                    <a:pt x="0" y="551"/>
                  </a:cubicBezTo>
                  <a:cubicBezTo>
                    <a:pt x="0" y="877"/>
                    <a:pt x="251" y="1128"/>
                    <a:pt x="577" y="1128"/>
                  </a:cubicBezTo>
                  <a:cubicBezTo>
                    <a:pt x="878" y="1128"/>
                    <a:pt x="1128" y="877"/>
                    <a:pt x="1128" y="551"/>
                  </a:cubicBezTo>
                  <a:cubicBezTo>
                    <a:pt x="1128" y="251"/>
                    <a:pt x="878" y="0"/>
                    <a:pt x="5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1"/>
            <p:cNvSpPr/>
            <p:nvPr/>
          </p:nvSpPr>
          <p:spPr>
            <a:xfrm>
              <a:off x="7826722" y="1976852"/>
              <a:ext cx="88993" cy="90928"/>
            </a:xfrm>
            <a:custGeom>
              <a:rect b="b" l="l" r="r" t="t"/>
              <a:pathLst>
                <a:path extrusionOk="0" h="1128" w="1104">
                  <a:moveTo>
                    <a:pt x="552" y="0"/>
                  </a:moveTo>
                  <a:cubicBezTo>
                    <a:pt x="251" y="0"/>
                    <a:pt x="0" y="251"/>
                    <a:pt x="0" y="551"/>
                  </a:cubicBezTo>
                  <a:cubicBezTo>
                    <a:pt x="0" y="877"/>
                    <a:pt x="251" y="1128"/>
                    <a:pt x="552" y="1128"/>
                  </a:cubicBezTo>
                  <a:cubicBezTo>
                    <a:pt x="852" y="1128"/>
                    <a:pt x="1103" y="877"/>
                    <a:pt x="1103" y="551"/>
                  </a:cubicBezTo>
                  <a:cubicBezTo>
                    <a:pt x="1103" y="251"/>
                    <a:pt x="852" y="0"/>
                    <a:pt x="5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1"/>
            <p:cNvSpPr/>
            <p:nvPr/>
          </p:nvSpPr>
          <p:spPr>
            <a:xfrm>
              <a:off x="7947961" y="1976852"/>
              <a:ext cx="90928" cy="90928"/>
            </a:xfrm>
            <a:custGeom>
              <a:rect b="b" l="l" r="r" t="t"/>
              <a:pathLst>
                <a:path extrusionOk="0" h="1128" w="1128">
                  <a:moveTo>
                    <a:pt x="577" y="0"/>
                  </a:moveTo>
                  <a:cubicBezTo>
                    <a:pt x="251" y="0"/>
                    <a:pt x="0" y="251"/>
                    <a:pt x="0" y="551"/>
                  </a:cubicBezTo>
                  <a:cubicBezTo>
                    <a:pt x="0" y="877"/>
                    <a:pt x="251" y="1128"/>
                    <a:pt x="577" y="1128"/>
                  </a:cubicBezTo>
                  <a:cubicBezTo>
                    <a:pt x="877" y="1128"/>
                    <a:pt x="1128" y="877"/>
                    <a:pt x="1128" y="551"/>
                  </a:cubicBezTo>
                  <a:cubicBezTo>
                    <a:pt x="1128" y="251"/>
                    <a:pt x="877" y="0"/>
                    <a:pt x="5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1"/>
            <p:cNvSpPr/>
            <p:nvPr/>
          </p:nvSpPr>
          <p:spPr>
            <a:xfrm>
              <a:off x="6541782" y="2166689"/>
              <a:ext cx="163719" cy="70856"/>
            </a:xfrm>
            <a:custGeom>
              <a:rect b="b" l="l" r="r" t="t"/>
              <a:pathLst>
                <a:path extrusionOk="0" h="879" w="2031">
                  <a:moveTo>
                    <a:pt x="0" y="1"/>
                  </a:moveTo>
                  <a:lnTo>
                    <a:pt x="0" y="878"/>
                  </a:lnTo>
                  <a:lnTo>
                    <a:pt x="2030" y="878"/>
                  </a:lnTo>
                  <a:lnTo>
                    <a:pt x="2030" y="1"/>
                  </a:ln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6743793" y="2160643"/>
              <a:ext cx="163719" cy="70776"/>
            </a:xfrm>
            <a:custGeom>
              <a:rect b="b" l="l" r="r" t="t"/>
              <a:pathLst>
                <a:path extrusionOk="0" h="878" w="2031">
                  <a:moveTo>
                    <a:pt x="1" y="1"/>
                  </a:moveTo>
                  <a:lnTo>
                    <a:pt x="1" y="878"/>
                  </a:lnTo>
                  <a:lnTo>
                    <a:pt x="2031" y="878"/>
                  </a:lnTo>
                  <a:lnTo>
                    <a:pt x="2031" y="1"/>
                  </a:ln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7652924" y="2316220"/>
              <a:ext cx="173876" cy="82948"/>
            </a:xfrm>
            <a:custGeom>
              <a:rect b="b" l="l" r="r" t="t"/>
              <a:pathLst>
                <a:path extrusionOk="0" h="1029" w="2157">
                  <a:moveTo>
                    <a:pt x="1" y="1"/>
                  </a:moveTo>
                  <a:lnTo>
                    <a:pt x="1" y="1028"/>
                  </a:lnTo>
                  <a:lnTo>
                    <a:pt x="2156" y="1028"/>
                  </a:lnTo>
                  <a:lnTo>
                    <a:pt x="2156" y="1"/>
                  </a:ln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1"/>
            <p:cNvSpPr/>
            <p:nvPr/>
          </p:nvSpPr>
          <p:spPr>
            <a:xfrm>
              <a:off x="7865092" y="2316220"/>
              <a:ext cx="171780" cy="82948"/>
            </a:xfrm>
            <a:custGeom>
              <a:rect b="b" l="l" r="r" t="t"/>
              <a:pathLst>
                <a:path extrusionOk="0" h="1029" w="2131">
                  <a:moveTo>
                    <a:pt x="1" y="1"/>
                  </a:moveTo>
                  <a:lnTo>
                    <a:pt x="1" y="1028"/>
                  </a:lnTo>
                  <a:lnTo>
                    <a:pt x="2131" y="1028"/>
                  </a:lnTo>
                  <a:lnTo>
                    <a:pt x="2131" y="1"/>
                  </a:ln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1"/>
            <p:cNvSpPr/>
            <p:nvPr/>
          </p:nvSpPr>
          <p:spPr>
            <a:xfrm>
              <a:off x="6557904" y="1984913"/>
              <a:ext cx="135505" cy="135425"/>
            </a:xfrm>
            <a:custGeom>
              <a:rect b="b" l="l" r="r" t="t"/>
              <a:pathLst>
                <a:path extrusionOk="0" h="1680" w="1681">
                  <a:moveTo>
                    <a:pt x="853" y="0"/>
                  </a:moveTo>
                  <a:cubicBezTo>
                    <a:pt x="377" y="0"/>
                    <a:pt x="1" y="376"/>
                    <a:pt x="1" y="827"/>
                  </a:cubicBezTo>
                  <a:cubicBezTo>
                    <a:pt x="1" y="1304"/>
                    <a:pt x="377" y="1680"/>
                    <a:pt x="853" y="1680"/>
                  </a:cubicBezTo>
                  <a:cubicBezTo>
                    <a:pt x="1304" y="1680"/>
                    <a:pt x="1680" y="1304"/>
                    <a:pt x="1680" y="827"/>
                  </a:cubicBezTo>
                  <a:cubicBezTo>
                    <a:pt x="1680" y="376"/>
                    <a:pt x="1304" y="0"/>
                    <a:pt x="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1"/>
            <p:cNvSpPr/>
            <p:nvPr/>
          </p:nvSpPr>
          <p:spPr>
            <a:xfrm>
              <a:off x="6755966" y="1984913"/>
              <a:ext cx="133410" cy="135425"/>
            </a:xfrm>
            <a:custGeom>
              <a:rect b="b" l="l" r="r" t="t"/>
              <a:pathLst>
                <a:path extrusionOk="0" h="1680" w="1655">
                  <a:moveTo>
                    <a:pt x="827" y="0"/>
                  </a:moveTo>
                  <a:cubicBezTo>
                    <a:pt x="376" y="0"/>
                    <a:pt x="0" y="376"/>
                    <a:pt x="0" y="827"/>
                  </a:cubicBezTo>
                  <a:cubicBezTo>
                    <a:pt x="0" y="1304"/>
                    <a:pt x="376" y="1680"/>
                    <a:pt x="827" y="1680"/>
                  </a:cubicBezTo>
                  <a:cubicBezTo>
                    <a:pt x="1278" y="1680"/>
                    <a:pt x="1654" y="1304"/>
                    <a:pt x="1654" y="827"/>
                  </a:cubicBezTo>
                  <a:cubicBezTo>
                    <a:pt x="1654" y="376"/>
                    <a:pt x="1278" y="0"/>
                    <a:pt x="8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1"/>
            <p:cNvSpPr/>
            <p:nvPr/>
          </p:nvSpPr>
          <p:spPr>
            <a:xfrm>
              <a:off x="6062953" y="3132397"/>
              <a:ext cx="196044" cy="468828"/>
            </a:xfrm>
            <a:custGeom>
              <a:rect b="b" l="l" r="r" t="t"/>
              <a:pathLst>
                <a:path extrusionOk="0" h="5816" w="2432">
                  <a:moveTo>
                    <a:pt x="0" y="1"/>
                  </a:moveTo>
                  <a:lnTo>
                    <a:pt x="1730" y="5816"/>
                  </a:lnTo>
                  <a:lnTo>
                    <a:pt x="2432" y="5816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1"/>
            <p:cNvSpPr/>
            <p:nvPr/>
          </p:nvSpPr>
          <p:spPr>
            <a:xfrm>
              <a:off x="6188222" y="3132397"/>
              <a:ext cx="194028" cy="468828"/>
            </a:xfrm>
            <a:custGeom>
              <a:rect b="b" l="l" r="r" t="t"/>
              <a:pathLst>
                <a:path extrusionOk="0" h="5816" w="2407">
                  <a:moveTo>
                    <a:pt x="0" y="1"/>
                  </a:moveTo>
                  <a:lnTo>
                    <a:pt x="1730" y="5816"/>
                  </a:lnTo>
                  <a:lnTo>
                    <a:pt x="2406" y="5816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rgbClr val="EB7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1"/>
            <p:cNvSpPr/>
            <p:nvPr/>
          </p:nvSpPr>
          <p:spPr>
            <a:xfrm>
              <a:off x="6327599" y="3132397"/>
              <a:ext cx="194028" cy="468828"/>
            </a:xfrm>
            <a:custGeom>
              <a:rect b="b" l="l" r="r" t="t"/>
              <a:pathLst>
                <a:path extrusionOk="0" h="5816" w="2407">
                  <a:moveTo>
                    <a:pt x="1" y="1"/>
                  </a:moveTo>
                  <a:lnTo>
                    <a:pt x="1705" y="5816"/>
                  </a:lnTo>
                  <a:lnTo>
                    <a:pt x="2407" y="5816"/>
                  </a:lnTo>
                  <a:lnTo>
                    <a:pt x="702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1"/>
            <p:cNvSpPr/>
            <p:nvPr/>
          </p:nvSpPr>
          <p:spPr>
            <a:xfrm>
              <a:off x="7933773" y="1825306"/>
              <a:ext cx="402163" cy="1773904"/>
            </a:xfrm>
            <a:custGeom>
              <a:rect b="b" l="l" r="r" t="t"/>
              <a:pathLst>
                <a:path extrusionOk="0" h="22006" w="4989">
                  <a:moveTo>
                    <a:pt x="3785" y="0"/>
                  </a:moveTo>
                  <a:lnTo>
                    <a:pt x="3610" y="12582"/>
                  </a:lnTo>
                  <a:lnTo>
                    <a:pt x="1" y="16266"/>
                  </a:lnTo>
                  <a:lnTo>
                    <a:pt x="753" y="22005"/>
                  </a:lnTo>
                  <a:lnTo>
                    <a:pt x="4988" y="20527"/>
                  </a:lnTo>
                  <a:lnTo>
                    <a:pt x="4738" y="1078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1"/>
            <p:cNvSpPr/>
            <p:nvPr/>
          </p:nvSpPr>
          <p:spPr>
            <a:xfrm>
              <a:off x="5982100" y="3124336"/>
              <a:ext cx="1980023" cy="24344"/>
            </a:xfrm>
            <a:custGeom>
              <a:rect b="b" l="l" r="r" t="t"/>
              <a:pathLst>
                <a:path extrusionOk="0" h="302" w="24563">
                  <a:moveTo>
                    <a:pt x="1" y="1"/>
                  </a:moveTo>
                  <a:lnTo>
                    <a:pt x="1" y="176"/>
                  </a:lnTo>
                  <a:lnTo>
                    <a:pt x="24563" y="301"/>
                  </a:lnTo>
                  <a:lnTo>
                    <a:pt x="24563" y="126"/>
                  </a:lnTo>
                  <a:lnTo>
                    <a:pt x="4988" y="2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1"/>
            <p:cNvSpPr/>
            <p:nvPr/>
          </p:nvSpPr>
          <p:spPr>
            <a:xfrm>
              <a:off x="7616569" y="2889277"/>
              <a:ext cx="183952" cy="72227"/>
            </a:xfrm>
            <a:custGeom>
              <a:rect b="b" l="l" r="r" t="t"/>
              <a:pathLst>
                <a:path extrusionOk="0" h="896" w="2282">
                  <a:moveTo>
                    <a:pt x="1316" y="1"/>
                  </a:moveTo>
                  <a:cubicBezTo>
                    <a:pt x="1247" y="1"/>
                    <a:pt x="1176" y="4"/>
                    <a:pt x="1104" y="9"/>
                  </a:cubicBezTo>
                  <a:cubicBezTo>
                    <a:pt x="477" y="35"/>
                    <a:pt x="1" y="260"/>
                    <a:pt x="1" y="511"/>
                  </a:cubicBezTo>
                  <a:cubicBezTo>
                    <a:pt x="23" y="732"/>
                    <a:pt x="418" y="895"/>
                    <a:pt x="942" y="895"/>
                  </a:cubicBezTo>
                  <a:cubicBezTo>
                    <a:pt x="1011" y="895"/>
                    <a:pt x="1081" y="892"/>
                    <a:pt x="1154" y="887"/>
                  </a:cubicBezTo>
                  <a:cubicBezTo>
                    <a:pt x="1780" y="862"/>
                    <a:pt x="2281" y="636"/>
                    <a:pt x="2281" y="385"/>
                  </a:cubicBezTo>
                  <a:cubicBezTo>
                    <a:pt x="2259" y="164"/>
                    <a:pt x="1845" y="1"/>
                    <a:pt x="1316" y="1"/>
                  </a:cubicBezTo>
                  <a:close/>
                </a:path>
              </a:pathLst>
            </a:custGeom>
            <a:solidFill>
              <a:srgbClr val="21262A">
                <a:alpha val="16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1"/>
            <p:cNvSpPr/>
            <p:nvPr/>
          </p:nvSpPr>
          <p:spPr>
            <a:xfrm>
              <a:off x="7644863" y="3008983"/>
              <a:ext cx="185967" cy="73194"/>
            </a:xfrm>
            <a:custGeom>
              <a:rect b="b" l="l" r="r" t="t"/>
              <a:pathLst>
                <a:path extrusionOk="0" h="908" w="2307">
                  <a:moveTo>
                    <a:pt x="1248" y="1"/>
                  </a:moveTo>
                  <a:cubicBezTo>
                    <a:pt x="1208" y="1"/>
                    <a:pt x="1169" y="2"/>
                    <a:pt x="1128" y="3"/>
                  </a:cubicBezTo>
                  <a:cubicBezTo>
                    <a:pt x="502" y="28"/>
                    <a:pt x="1" y="254"/>
                    <a:pt x="26" y="504"/>
                  </a:cubicBezTo>
                  <a:cubicBezTo>
                    <a:pt x="26" y="739"/>
                    <a:pt x="487" y="908"/>
                    <a:pt x="1060" y="908"/>
                  </a:cubicBezTo>
                  <a:cubicBezTo>
                    <a:pt x="1099" y="908"/>
                    <a:pt x="1139" y="907"/>
                    <a:pt x="1179" y="905"/>
                  </a:cubicBezTo>
                  <a:cubicBezTo>
                    <a:pt x="1805" y="855"/>
                    <a:pt x="2306" y="630"/>
                    <a:pt x="2281" y="379"/>
                  </a:cubicBezTo>
                  <a:cubicBezTo>
                    <a:pt x="2281" y="168"/>
                    <a:pt x="1820" y="1"/>
                    <a:pt x="1248" y="1"/>
                  </a:cubicBezTo>
                  <a:close/>
                </a:path>
              </a:pathLst>
            </a:custGeom>
            <a:solidFill>
              <a:srgbClr val="21262A">
                <a:alpha val="16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1"/>
            <p:cNvSpPr/>
            <p:nvPr/>
          </p:nvSpPr>
          <p:spPr>
            <a:xfrm>
              <a:off x="7359984" y="2968597"/>
              <a:ext cx="183952" cy="73194"/>
            </a:xfrm>
            <a:custGeom>
              <a:rect b="b" l="l" r="r" t="t"/>
              <a:pathLst>
                <a:path extrusionOk="0" h="908" w="2282">
                  <a:moveTo>
                    <a:pt x="1247" y="1"/>
                  </a:moveTo>
                  <a:cubicBezTo>
                    <a:pt x="1208" y="1"/>
                    <a:pt x="1169" y="1"/>
                    <a:pt x="1129" y="3"/>
                  </a:cubicBezTo>
                  <a:cubicBezTo>
                    <a:pt x="502" y="28"/>
                    <a:pt x="1" y="254"/>
                    <a:pt x="1" y="504"/>
                  </a:cubicBezTo>
                  <a:cubicBezTo>
                    <a:pt x="24" y="739"/>
                    <a:pt x="487" y="908"/>
                    <a:pt x="1040" y="908"/>
                  </a:cubicBezTo>
                  <a:cubicBezTo>
                    <a:pt x="1077" y="908"/>
                    <a:pt x="1115" y="907"/>
                    <a:pt x="1154" y="905"/>
                  </a:cubicBezTo>
                  <a:cubicBezTo>
                    <a:pt x="1780" y="855"/>
                    <a:pt x="2282" y="629"/>
                    <a:pt x="2282" y="379"/>
                  </a:cubicBezTo>
                  <a:cubicBezTo>
                    <a:pt x="2258" y="168"/>
                    <a:pt x="1817" y="1"/>
                    <a:pt x="1247" y="1"/>
                  </a:cubicBezTo>
                  <a:close/>
                </a:path>
              </a:pathLst>
            </a:custGeom>
            <a:solidFill>
              <a:srgbClr val="21262A">
                <a:alpha val="1652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353878" y="2797059"/>
              <a:ext cx="1901187" cy="42481"/>
            </a:xfrm>
            <a:custGeom>
              <a:rect b="b" l="l" r="r" t="t"/>
              <a:pathLst>
                <a:path extrusionOk="0" h="527" w="23585">
                  <a:moveTo>
                    <a:pt x="1" y="1"/>
                  </a:moveTo>
                  <a:lnTo>
                    <a:pt x="1" y="176"/>
                  </a:lnTo>
                  <a:lnTo>
                    <a:pt x="23585" y="527"/>
                  </a:lnTo>
                  <a:lnTo>
                    <a:pt x="23585" y="35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7616569" y="2875654"/>
              <a:ext cx="183952" cy="73194"/>
            </a:xfrm>
            <a:custGeom>
              <a:rect b="b" l="l" r="r" t="t"/>
              <a:pathLst>
                <a:path extrusionOk="0" h="908" w="2282">
                  <a:moveTo>
                    <a:pt x="1222" y="1"/>
                  </a:moveTo>
                  <a:cubicBezTo>
                    <a:pt x="1183" y="1"/>
                    <a:pt x="1144" y="1"/>
                    <a:pt x="1104" y="3"/>
                  </a:cubicBezTo>
                  <a:cubicBezTo>
                    <a:pt x="477" y="53"/>
                    <a:pt x="1" y="279"/>
                    <a:pt x="1" y="529"/>
                  </a:cubicBezTo>
                  <a:cubicBezTo>
                    <a:pt x="24" y="740"/>
                    <a:pt x="465" y="908"/>
                    <a:pt x="1035" y="908"/>
                  </a:cubicBezTo>
                  <a:cubicBezTo>
                    <a:pt x="1074" y="908"/>
                    <a:pt x="1114" y="907"/>
                    <a:pt x="1154" y="905"/>
                  </a:cubicBezTo>
                  <a:cubicBezTo>
                    <a:pt x="1780" y="880"/>
                    <a:pt x="2281" y="655"/>
                    <a:pt x="2281" y="404"/>
                  </a:cubicBezTo>
                  <a:cubicBezTo>
                    <a:pt x="2258" y="169"/>
                    <a:pt x="1795" y="1"/>
                    <a:pt x="1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7644863" y="2996408"/>
              <a:ext cx="185967" cy="72146"/>
            </a:xfrm>
            <a:custGeom>
              <a:rect b="b" l="l" r="r" t="t"/>
              <a:pathLst>
                <a:path extrusionOk="0" h="895" w="2307">
                  <a:moveTo>
                    <a:pt x="1341" y="0"/>
                  </a:moveTo>
                  <a:cubicBezTo>
                    <a:pt x="1272" y="0"/>
                    <a:pt x="1201" y="3"/>
                    <a:pt x="1128" y="9"/>
                  </a:cubicBezTo>
                  <a:cubicBezTo>
                    <a:pt x="502" y="34"/>
                    <a:pt x="1" y="259"/>
                    <a:pt x="26" y="510"/>
                  </a:cubicBezTo>
                  <a:cubicBezTo>
                    <a:pt x="26" y="732"/>
                    <a:pt x="437" y="895"/>
                    <a:pt x="966" y="895"/>
                  </a:cubicBezTo>
                  <a:cubicBezTo>
                    <a:pt x="1035" y="895"/>
                    <a:pt x="1106" y="892"/>
                    <a:pt x="1179" y="886"/>
                  </a:cubicBezTo>
                  <a:cubicBezTo>
                    <a:pt x="1805" y="861"/>
                    <a:pt x="2306" y="635"/>
                    <a:pt x="2281" y="385"/>
                  </a:cubicBezTo>
                  <a:cubicBezTo>
                    <a:pt x="2281" y="163"/>
                    <a:pt x="1870" y="0"/>
                    <a:pt x="13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7359984" y="2955942"/>
              <a:ext cx="183952" cy="72227"/>
            </a:xfrm>
            <a:custGeom>
              <a:rect b="b" l="l" r="r" t="t"/>
              <a:pathLst>
                <a:path extrusionOk="0" h="896" w="2282">
                  <a:moveTo>
                    <a:pt x="1340" y="1"/>
                  </a:moveTo>
                  <a:cubicBezTo>
                    <a:pt x="1272" y="1"/>
                    <a:pt x="1201" y="4"/>
                    <a:pt x="1129" y="10"/>
                  </a:cubicBezTo>
                  <a:cubicBezTo>
                    <a:pt x="502" y="35"/>
                    <a:pt x="1" y="260"/>
                    <a:pt x="1" y="511"/>
                  </a:cubicBezTo>
                  <a:cubicBezTo>
                    <a:pt x="23" y="732"/>
                    <a:pt x="437" y="895"/>
                    <a:pt x="949" y="895"/>
                  </a:cubicBezTo>
                  <a:cubicBezTo>
                    <a:pt x="1016" y="895"/>
                    <a:pt x="1084" y="893"/>
                    <a:pt x="1154" y="887"/>
                  </a:cubicBezTo>
                  <a:cubicBezTo>
                    <a:pt x="1780" y="862"/>
                    <a:pt x="2282" y="636"/>
                    <a:pt x="2282" y="385"/>
                  </a:cubicBezTo>
                  <a:cubicBezTo>
                    <a:pt x="2259" y="164"/>
                    <a:pt x="1865" y="1"/>
                    <a:pt x="13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6772088" y="2949331"/>
              <a:ext cx="121318" cy="92540"/>
            </a:xfrm>
            <a:custGeom>
              <a:rect b="b" l="l" r="r" t="t"/>
              <a:pathLst>
                <a:path extrusionOk="0" h="1148" w="1505">
                  <a:moveTo>
                    <a:pt x="1337" y="0"/>
                  </a:moveTo>
                  <a:cubicBezTo>
                    <a:pt x="1186" y="0"/>
                    <a:pt x="894" y="159"/>
                    <a:pt x="602" y="392"/>
                  </a:cubicBezTo>
                  <a:cubicBezTo>
                    <a:pt x="251" y="693"/>
                    <a:pt x="1" y="994"/>
                    <a:pt x="76" y="1119"/>
                  </a:cubicBezTo>
                  <a:cubicBezTo>
                    <a:pt x="95" y="1138"/>
                    <a:pt x="123" y="1147"/>
                    <a:pt x="160" y="1147"/>
                  </a:cubicBezTo>
                  <a:cubicBezTo>
                    <a:pt x="312" y="1147"/>
                    <a:pt x="599" y="986"/>
                    <a:pt x="903" y="743"/>
                  </a:cubicBezTo>
                  <a:cubicBezTo>
                    <a:pt x="1279" y="467"/>
                    <a:pt x="1504" y="142"/>
                    <a:pt x="1429" y="41"/>
                  </a:cubicBezTo>
                  <a:cubicBezTo>
                    <a:pt x="1412" y="13"/>
                    <a:pt x="1381" y="0"/>
                    <a:pt x="13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877124" y="2949331"/>
              <a:ext cx="121318" cy="92540"/>
            </a:xfrm>
            <a:custGeom>
              <a:rect b="b" l="l" r="r" t="t"/>
              <a:pathLst>
                <a:path extrusionOk="0" h="1148" w="1505">
                  <a:moveTo>
                    <a:pt x="1338" y="0"/>
                  </a:moveTo>
                  <a:cubicBezTo>
                    <a:pt x="1187" y="0"/>
                    <a:pt x="894" y="159"/>
                    <a:pt x="602" y="392"/>
                  </a:cubicBezTo>
                  <a:cubicBezTo>
                    <a:pt x="251" y="693"/>
                    <a:pt x="1" y="994"/>
                    <a:pt x="101" y="1119"/>
                  </a:cubicBezTo>
                  <a:cubicBezTo>
                    <a:pt x="115" y="1138"/>
                    <a:pt x="140" y="1147"/>
                    <a:pt x="173" y="1147"/>
                  </a:cubicBezTo>
                  <a:cubicBezTo>
                    <a:pt x="312" y="1147"/>
                    <a:pt x="599" y="986"/>
                    <a:pt x="903" y="743"/>
                  </a:cubicBezTo>
                  <a:cubicBezTo>
                    <a:pt x="1279" y="467"/>
                    <a:pt x="1505" y="142"/>
                    <a:pt x="1429" y="41"/>
                  </a:cubicBezTo>
                  <a:cubicBezTo>
                    <a:pt x="1413" y="13"/>
                    <a:pt x="1381" y="0"/>
                    <a:pt x="133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7000378" y="2949331"/>
              <a:ext cx="121318" cy="92540"/>
            </a:xfrm>
            <a:custGeom>
              <a:rect b="b" l="l" r="r" t="t"/>
              <a:pathLst>
                <a:path extrusionOk="0" h="1148" w="1505">
                  <a:moveTo>
                    <a:pt x="1337" y="0"/>
                  </a:moveTo>
                  <a:cubicBezTo>
                    <a:pt x="1186" y="0"/>
                    <a:pt x="894" y="159"/>
                    <a:pt x="602" y="392"/>
                  </a:cubicBezTo>
                  <a:cubicBezTo>
                    <a:pt x="251" y="693"/>
                    <a:pt x="1" y="994"/>
                    <a:pt x="101" y="1119"/>
                  </a:cubicBezTo>
                  <a:cubicBezTo>
                    <a:pt x="115" y="1138"/>
                    <a:pt x="140" y="1147"/>
                    <a:pt x="173" y="1147"/>
                  </a:cubicBezTo>
                  <a:cubicBezTo>
                    <a:pt x="312" y="1147"/>
                    <a:pt x="599" y="986"/>
                    <a:pt x="903" y="743"/>
                  </a:cubicBezTo>
                  <a:cubicBezTo>
                    <a:pt x="1279" y="467"/>
                    <a:pt x="1504" y="142"/>
                    <a:pt x="1429" y="41"/>
                  </a:cubicBezTo>
                  <a:cubicBezTo>
                    <a:pt x="1412" y="13"/>
                    <a:pt x="1381" y="0"/>
                    <a:pt x="133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7091307" y="2949331"/>
              <a:ext cx="121318" cy="92540"/>
            </a:xfrm>
            <a:custGeom>
              <a:rect b="b" l="l" r="r" t="t"/>
              <a:pathLst>
                <a:path extrusionOk="0" h="1148" w="1505">
                  <a:moveTo>
                    <a:pt x="1315" y="0"/>
                  </a:moveTo>
                  <a:cubicBezTo>
                    <a:pt x="1171" y="0"/>
                    <a:pt x="894" y="159"/>
                    <a:pt x="602" y="392"/>
                  </a:cubicBezTo>
                  <a:cubicBezTo>
                    <a:pt x="226" y="693"/>
                    <a:pt x="0" y="994"/>
                    <a:pt x="76" y="1119"/>
                  </a:cubicBezTo>
                  <a:cubicBezTo>
                    <a:pt x="90" y="1138"/>
                    <a:pt x="116" y="1147"/>
                    <a:pt x="150" y="1147"/>
                  </a:cubicBezTo>
                  <a:cubicBezTo>
                    <a:pt x="295" y="1147"/>
                    <a:pt x="599" y="986"/>
                    <a:pt x="903" y="743"/>
                  </a:cubicBezTo>
                  <a:cubicBezTo>
                    <a:pt x="1254" y="467"/>
                    <a:pt x="1504" y="142"/>
                    <a:pt x="1404" y="41"/>
                  </a:cubicBezTo>
                  <a:cubicBezTo>
                    <a:pt x="1387" y="13"/>
                    <a:pt x="1357" y="0"/>
                    <a:pt x="13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343801" y="2902094"/>
              <a:ext cx="293017" cy="103181"/>
            </a:xfrm>
            <a:custGeom>
              <a:rect b="b" l="l" r="r" t="t"/>
              <a:pathLst>
                <a:path extrusionOk="0" h="1280" w="3635">
                  <a:moveTo>
                    <a:pt x="1930" y="1"/>
                  </a:moveTo>
                  <a:lnTo>
                    <a:pt x="50" y="853"/>
                  </a:lnTo>
                  <a:cubicBezTo>
                    <a:pt x="0" y="878"/>
                    <a:pt x="0" y="953"/>
                    <a:pt x="50" y="978"/>
                  </a:cubicBezTo>
                  <a:cubicBezTo>
                    <a:pt x="726" y="1204"/>
                    <a:pt x="1348" y="1280"/>
                    <a:pt x="1881" y="1280"/>
                  </a:cubicBezTo>
                  <a:cubicBezTo>
                    <a:pt x="2712" y="1280"/>
                    <a:pt x="3325" y="1095"/>
                    <a:pt x="3584" y="1003"/>
                  </a:cubicBezTo>
                  <a:cubicBezTo>
                    <a:pt x="3634" y="978"/>
                    <a:pt x="3634" y="903"/>
                    <a:pt x="3584" y="878"/>
                  </a:cubicBezTo>
                  <a:lnTo>
                    <a:pt x="1930" y="1"/>
                  </a:ln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489224" y="2661715"/>
              <a:ext cx="12253" cy="288987"/>
            </a:xfrm>
            <a:custGeom>
              <a:rect b="b" l="l" r="r" t="t"/>
              <a:pathLst>
                <a:path extrusionOk="0" h="3585" w="152">
                  <a:moveTo>
                    <a:pt x="76" y="0"/>
                  </a:moveTo>
                  <a:cubicBezTo>
                    <a:pt x="26" y="0"/>
                    <a:pt x="1" y="25"/>
                    <a:pt x="1" y="76"/>
                  </a:cubicBezTo>
                  <a:lnTo>
                    <a:pt x="1" y="3509"/>
                  </a:lnTo>
                  <a:cubicBezTo>
                    <a:pt x="1" y="3559"/>
                    <a:pt x="26" y="3584"/>
                    <a:pt x="76" y="3584"/>
                  </a:cubicBezTo>
                  <a:cubicBezTo>
                    <a:pt x="126" y="3584"/>
                    <a:pt x="151" y="3559"/>
                    <a:pt x="151" y="3509"/>
                  </a:cubicBezTo>
                  <a:lnTo>
                    <a:pt x="151" y="76"/>
                  </a:lnTo>
                  <a:cubicBezTo>
                    <a:pt x="151" y="25"/>
                    <a:pt x="126" y="0"/>
                    <a:pt x="76" y="0"/>
                  </a:cubicBez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6420543" y="2593035"/>
              <a:ext cx="157673" cy="159688"/>
            </a:xfrm>
            <a:custGeom>
              <a:rect b="b" l="l" r="r" t="t"/>
              <a:pathLst>
                <a:path extrusionOk="0" h="1981" w="1956">
                  <a:moveTo>
                    <a:pt x="978" y="0"/>
                  </a:moveTo>
                  <a:cubicBezTo>
                    <a:pt x="427" y="0"/>
                    <a:pt x="1" y="451"/>
                    <a:pt x="1" y="1003"/>
                  </a:cubicBezTo>
                  <a:cubicBezTo>
                    <a:pt x="1" y="1554"/>
                    <a:pt x="427" y="1980"/>
                    <a:pt x="978" y="1980"/>
                  </a:cubicBezTo>
                  <a:cubicBezTo>
                    <a:pt x="1529" y="1980"/>
                    <a:pt x="1956" y="1554"/>
                    <a:pt x="1956" y="1003"/>
                  </a:cubicBezTo>
                  <a:cubicBezTo>
                    <a:pt x="1956" y="451"/>
                    <a:pt x="1529" y="0"/>
                    <a:pt x="978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7390294" y="3289989"/>
              <a:ext cx="379915" cy="14268"/>
            </a:xfrm>
            <a:custGeom>
              <a:rect b="b" l="l" r="r" t="t"/>
              <a:pathLst>
                <a:path extrusionOk="0" h="177" w="4713">
                  <a:moveTo>
                    <a:pt x="101" y="1"/>
                  </a:moveTo>
                  <a:cubicBezTo>
                    <a:pt x="51" y="1"/>
                    <a:pt x="1" y="26"/>
                    <a:pt x="1" y="76"/>
                  </a:cubicBezTo>
                  <a:cubicBezTo>
                    <a:pt x="1" y="126"/>
                    <a:pt x="51" y="176"/>
                    <a:pt x="101" y="176"/>
                  </a:cubicBezTo>
                  <a:lnTo>
                    <a:pt x="4637" y="176"/>
                  </a:lnTo>
                  <a:cubicBezTo>
                    <a:pt x="4687" y="176"/>
                    <a:pt x="4713" y="126"/>
                    <a:pt x="4713" y="76"/>
                  </a:cubicBezTo>
                  <a:cubicBezTo>
                    <a:pt x="4713" y="26"/>
                    <a:pt x="4687" y="1"/>
                    <a:pt x="46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7390294" y="3352623"/>
              <a:ext cx="379915" cy="14268"/>
            </a:xfrm>
            <a:custGeom>
              <a:rect b="b" l="l" r="r" t="t"/>
              <a:pathLst>
                <a:path extrusionOk="0" h="177" w="4713">
                  <a:moveTo>
                    <a:pt x="101" y="1"/>
                  </a:moveTo>
                  <a:cubicBezTo>
                    <a:pt x="51" y="1"/>
                    <a:pt x="1" y="26"/>
                    <a:pt x="1" y="76"/>
                  </a:cubicBezTo>
                  <a:cubicBezTo>
                    <a:pt x="1" y="126"/>
                    <a:pt x="51" y="176"/>
                    <a:pt x="101" y="176"/>
                  </a:cubicBezTo>
                  <a:lnTo>
                    <a:pt x="4637" y="176"/>
                  </a:lnTo>
                  <a:cubicBezTo>
                    <a:pt x="4687" y="176"/>
                    <a:pt x="4713" y="126"/>
                    <a:pt x="4713" y="76"/>
                  </a:cubicBezTo>
                  <a:cubicBezTo>
                    <a:pt x="4713" y="26"/>
                    <a:pt x="4687" y="1"/>
                    <a:pt x="46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7390294" y="3413242"/>
              <a:ext cx="379915" cy="14268"/>
            </a:xfrm>
            <a:custGeom>
              <a:rect b="b" l="l" r="r" t="t"/>
              <a:pathLst>
                <a:path extrusionOk="0" h="177" w="4713">
                  <a:moveTo>
                    <a:pt x="101" y="1"/>
                  </a:moveTo>
                  <a:cubicBezTo>
                    <a:pt x="51" y="1"/>
                    <a:pt x="1" y="51"/>
                    <a:pt x="1" y="101"/>
                  </a:cubicBezTo>
                  <a:cubicBezTo>
                    <a:pt x="1" y="151"/>
                    <a:pt x="51" y="176"/>
                    <a:pt x="101" y="176"/>
                  </a:cubicBezTo>
                  <a:lnTo>
                    <a:pt x="4637" y="176"/>
                  </a:lnTo>
                  <a:cubicBezTo>
                    <a:pt x="4687" y="176"/>
                    <a:pt x="4713" y="151"/>
                    <a:pt x="4713" y="101"/>
                  </a:cubicBezTo>
                  <a:cubicBezTo>
                    <a:pt x="4713" y="51"/>
                    <a:pt x="4687" y="1"/>
                    <a:pt x="46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7390294" y="3475876"/>
              <a:ext cx="379915" cy="14268"/>
            </a:xfrm>
            <a:custGeom>
              <a:rect b="b" l="l" r="r" t="t"/>
              <a:pathLst>
                <a:path extrusionOk="0" h="177" w="4713">
                  <a:moveTo>
                    <a:pt x="101" y="1"/>
                  </a:moveTo>
                  <a:cubicBezTo>
                    <a:pt x="51" y="1"/>
                    <a:pt x="1" y="51"/>
                    <a:pt x="1" y="101"/>
                  </a:cubicBezTo>
                  <a:cubicBezTo>
                    <a:pt x="1" y="151"/>
                    <a:pt x="51" y="176"/>
                    <a:pt x="101" y="176"/>
                  </a:cubicBezTo>
                  <a:lnTo>
                    <a:pt x="4637" y="176"/>
                  </a:lnTo>
                  <a:cubicBezTo>
                    <a:pt x="4687" y="176"/>
                    <a:pt x="4713" y="151"/>
                    <a:pt x="4713" y="101"/>
                  </a:cubicBezTo>
                  <a:cubicBezTo>
                    <a:pt x="4713" y="51"/>
                    <a:pt x="4687" y="1"/>
                    <a:pt x="46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7103399" y="1424593"/>
              <a:ext cx="337514" cy="226030"/>
            </a:xfrm>
            <a:custGeom>
              <a:rect b="b" l="l" r="r" t="t"/>
              <a:pathLst>
                <a:path extrusionOk="0" h="2804" w="4187">
                  <a:moveTo>
                    <a:pt x="2939" y="1"/>
                  </a:moveTo>
                  <a:cubicBezTo>
                    <a:pt x="2613" y="1"/>
                    <a:pt x="2248" y="59"/>
                    <a:pt x="1881" y="134"/>
                  </a:cubicBezTo>
                  <a:cubicBezTo>
                    <a:pt x="778" y="360"/>
                    <a:pt x="1" y="1137"/>
                    <a:pt x="151" y="1839"/>
                  </a:cubicBezTo>
                  <a:cubicBezTo>
                    <a:pt x="273" y="2428"/>
                    <a:pt x="956" y="2804"/>
                    <a:pt x="1799" y="2804"/>
                  </a:cubicBezTo>
                  <a:cubicBezTo>
                    <a:pt x="1995" y="2804"/>
                    <a:pt x="2199" y="2783"/>
                    <a:pt x="2407" y="2741"/>
                  </a:cubicBezTo>
                  <a:cubicBezTo>
                    <a:pt x="3510" y="2515"/>
                    <a:pt x="4186" y="1763"/>
                    <a:pt x="4136" y="1037"/>
                  </a:cubicBezTo>
                  <a:cubicBezTo>
                    <a:pt x="4086" y="234"/>
                    <a:pt x="3590" y="1"/>
                    <a:pt x="29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097353" y="1402022"/>
              <a:ext cx="345575" cy="220307"/>
            </a:xfrm>
            <a:custGeom>
              <a:rect b="b" l="l" r="r" t="t"/>
              <a:pathLst>
                <a:path extrusionOk="0" h="2733" w="4287">
                  <a:moveTo>
                    <a:pt x="2488" y="1"/>
                  </a:moveTo>
                  <a:cubicBezTo>
                    <a:pt x="2293" y="1"/>
                    <a:pt x="2088" y="21"/>
                    <a:pt x="1880" y="63"/>
                  </a:cubicBezTo>
                  <a:cubicBezTo>
                    <a:pt x="778" y="289"/>
                    <a:pt x="1" y="1066"/>
                    <a:pt x="151" y="1768"/>
                  </a:cubicBezTo>
                  <a:cubicBezTo>
                    <a:pt x="273" y="2357"/>
                    <a:pt x="956" y="2733"/>
                    <a:pt x="1799" y="2733"/>
                  </a:cubicBezTo>
                  <a:cubicBezTo>
                    <a:pt x="1994" y="2733"/>
                    <a:pt x="2199" y="2712"/>
                    <a:pt x="2407" y="2670"/>
                  </a:cubicBezTo>
                  <a:cubicBezTo>
                    <a:pt x="3509" y="2444"/>
                    <a:pt x="4286" y="1667"/>
                    <a:pt x="4136" y="966"/>
                  </a:cubicBezTo>
                  <a:cubicBezTo>
                    <a:pt x="4014" y="376"/>
                    <a:pt x="3331" y="1"/>
                    <a:pt x="24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7111541" y="1410325"/>
              <a:ext cx="311155" cy="198865"/>
            </a:xfrm>
            <a:custGeom>
              <a:rect b="b" l="l" r="r" t="t"/>
              <a:pathLst>
                <a:path extrusionOk="0" h="2467" w="3860">
                  <a:moveTo>
                    <a:pt x="2306" y="61"/>
                  </a:moveTo>
                  <a:cubicBezTo>
                    <a:pt x="2582" y="61"/>
                    <a:pt x="2832" y="111"/>
                    <a:pt x="3058" y="186"/>
                  </a:cubicBezTo>
                  <a:cubicBezTo>
                    <a:pt x="3434" y="336"/>
                    <a:pt x="3684" y="587"/>
                    <a:pt x="3734" y="863"/>
                  </a:cubicBezTo>
                  <a:cubicBezTo>
                    <a:pt x="3785" y="1163"/>
                    <a:pt x="3659" y="1489"/>
                    <a:pt x="3384" y="1765"/>
                  </a:cubicBezTo>
                  <a:cubicBezTo>
                    <a:pt x="3083" y="2041"/>
                    <a:pt x="2657" y="2241"/>
                    <a:pt x="2181" y="2341"/>
                  </a:cubicBezTo>
                  <a:cubicBezTo>
                    <a:pt x="1990" y="2381"/>
                    <a:pt x="1804" y="2401"/>
                    <a:pt x="1624" y="2401"/>
                  </a:cubicBezTo>
                  <a:cubicBezTo>
                    <a:pt x="1355" y="2401"/>
                    <a:pt x="1103" y="2356"/>
                    <a:pt x="877" y="2266"/>
                  </a:cubicBezTo>
                  <a:cubicBezTo>
                    <a:pt x="501" y="2141"/>
                    <a:pt x="251" y="1890"/>
                    <a:pt x="201" y="1589"/>
                  </a:cubicBezTo>
                  <a:cubicBezTo>
                    <a:pt x="75" y="988"/>
                    <a:pt x="752" y="311"/>
                    <a:pt x="1729" y="136"/>
                  </a:cubicBezTo>
                  <a:cubicBezTo>
                    <a:pt x="1930" y="86"/>
                    <a:pt x="2105" y="61"/>
                    <a:pt x="2306" y="61"/>
                  </a:cubicBezTo>
                  <a:close/>
                  <a:moveTo>
                    <a:pt x="2303" y="0"/>
                  </a:moveTo>
                  <a:cubicBezTo>
                    <a:pt x="2114" y="0"/>
                    <a:pt x="1920" y="21"/>
                    <a:pt x="1729" y="61"/>
                  </a:cubicBezTo>
                  <a:cubicBezTo>
                    <a:pt x="702" y="261"/>
                    <a:pt x="0" y="963"/>
                    <a:pt x="125" y="1615"/>
                  </a:cubicBezTo>
                  <a:cubicBezTo>
                    <a:pt x="201" y="1915"/>
                    <a:pt x="451" y="2191"/>
                    <a:pt x="852" y="2341"/>
                  </a:cubicBezTo>
                  <a:cubicBezTo>
                    <a:pt x="1078" y="2417"/>
                    <a:pt x="1353" y="2467"/>
                    <a:pt x="1629" y="2467"/>
                  </a:cubicBezTo>
                  <a:cubicBezTo>
                    <a:pt x="1830" y="2467"/>
                    <a:pt x="2005" y="2442"/>
                    <a:pt x="2206" y="2417"/>
                  </a:cubicBezTo>
                  <a:cubicBezTo>
                    <a:pt x="2682" y="2316"/>
                    <a:pt x="3133" y="2091"/>
                    <a:pt x="3434" y="1815"/>
                  </a:cubicBezTo>
                  <a:cubicBezTo>
                    <a:pt x="3734" y="1514"/>
                    <a:pt x="3860" y="1188"/>
                    <a:pt x="3810" y="863"/>
                  </a:cubicBezTo>
                  <a:cubicBezTo>
                    <a:pt x="3734" y="537"/>
                    <a:pt x="3484" y="286"/>
                    <a:pt x="3083" y="136"/>
                  </a:cubicBezTo>
                  <a:cubicBezTo>
                    <a:pt x="2857" y="46"/>
                    <a:pt x="2587" y="0"/>
                    <a:pt x="23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7998423" y="3381562"/>
              <a:ext cx="286972" cy="305754"/>
            </a:xfrm>
            <a:custGeom>
              <a:rect b="b" l="l" r="r" t="t"/>
              <a:pathLst>
                <a:path extrusionOk="0" h="3793" w="3560">
                  <a:moveTo>
                    <a:pt x="2291" y="1"/>
                  </a:moveTo>
                  <a:cubicBezTo>
                    <a:pt x="1731" y="1"/>
                    <a:pt x="1223" y="568"/>
                    <a:pt x="753" y="1196"/>
                  </a:cubicBezTo>
                  <a:cubicBezTo>
                    <a:pt x="76" y="2073"/>
                    <a:pt x="1" y="3176"/>
                    <a:pt x="577" y="3602"/>
                  </a:cubicBezTo>
                  <a:cubicBezTo>
                    <a:pt x="750" y="3732"/>
                    <a:pt x="957" y="3793"/>
                    <a:pt x="1179" y="3793"/>
                  </a:cubicBezTo>
                  <a:cubicBezTo>
                    <a:pt x="1729" y="3793"/>
                    <a:pt x="2376" y="3417"/>
                    <a:pt x="2858" y="2775"/>
                  </a:cubicBezTo>
                  <a:cubicBezTo>
                    <a:pt x="3560" y="1872"/>
                    <a:pt x="3560" y="870"/>
                    <a:pt x="3058" y="369"/>
                  </a:cubicBezTo>
                  <a:cubicBezTo>
                    <a:pt x="2791" y="109"/>
                    <a:pt x="2536" y="1"/>
                    <a:pt x="22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7976174" y="3377612"/>
              <a:ext cx="291002" cy="292372"/>
            </a:xfrm>
            <a:custGeom>
              <a:rect b="b" l="l" r="r" t="t"/>
              <a:pathLst>
                <a:path extrusionOk="0" h="3627" w="3610">
                  <a:moveTo>
                    <a:pt x="2443" y="1"/>
                  </a:moveTo>
                  <a:cubicBezTo>
                    <a:pt x="1895" y="1"/>
                    <a:pt x="1235" y="377"/>
                    <a:pt x="753" y="1019"/>
                  </a:cubicBezTo>
                  <a:cubicBezTo>
                    <a:pt x="76" y="1921"/>
                    <a:pt x="1" y="2999"/>
                    <a:pt x="577" y="3450"/>
                  </a:cubicBezTo>
                  <a:cubicBezTo>
                    <a:pt x="739" y="3570"/>
                    <a:pt x="936" y="3626"/>
                    <a:pt x="1151" y="3626"/>
                  </a:cubicBezTo>
                  <a:cubicBezTo>
                    <a:pt x="1702" y="3626"/>
                    <a:pt x="2371" y="3254"/>
                    <a:pt x="2858" y="2623"/>
                  </a:cubicBezTo>
                  <a:cubicBezTo>
                    <a:pt x="3535" y="1721"/>
                    <a:pt x="3610" y="643"/>
                    <a:pt x="3034" y="192"/>
                  </a:cubicBezTo>
                  <a:cubicBezTo>
                    <a:pt x="2868" y="62"/>
                    <a:pt x="2664" y="1"/>
                    <a:pt x="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7986331" y="3389382"/>
              <a:ext cx="256662" cy="266416"/>
            </a:xfrm>
            <a:custGeom>
              <a:rect b="b" l="l" r="r" t="t"/>
              <a:pathLst>
                <a:path extrusionOk="0" h="3305" w="3184">
                  <a:moveTo>
                    <a:pt x="2256" y="66"/>
                  </a:moveTo>
                  <a:cubicBezTo>
                    <a:pt x="2444" y="66"/>
                    <a:pt x="2617" y="116"/>
                    <a:pt x="2757" y="222"/>
                  </a:cubicBezTo>
                  <a:cubicBezTo>
                    <a:pt x="2983" y="397"/>
                    <a:pt x="3108" y="723"/>
                    <a:pt x="3083" y="1124"/>
                  </a:cubicBezTo>
                  <a:cubicBezTo>
                    <a:pt x="3033" y="1525"/>
                    <a:pt x="2857" y="1951"/>
                    <a:pt x="2557" y="2352"/>
                  </a:cubicBezTo>
                  <a:cubicBezTo>
                    <a:pt x="2120" y="2916"/>
                    <a:pt x="1538" y="3255"/>
                    <a:pt x="1060" y="3255"/>
                  </a:cubicBezTo>
                  <a:cubicBezTo>
                    <a:pt x="880" y="3255"/>
                    <a:pt x="714" y="3207"/>
                    <a:pt x="577" y="3104"/>
                  </a:cubicBezTo>
                  <a:cubicBezTo>
                    <a:pt x="75" y="2728"/>
                    <a:pt x="151" y="1775"/>
                    <a:pt x="752" y="973"/>
                  </a:cubicBezTo>
                  <a:cubicBezTo>
                    <a:pt x="1185" y="396"/>
                    <a:pt x="1773" y="66"/>
                    <a:pt x="2256" y="66"/>
                  </a:cubicBezTo>
                  <a:close/>
                  <a:moveTo>
                    <a:pt x="2243" y="0"/>
                  </a:moveTo>
                  <a:cubicBezTo>
                    <a:pt x="1745" y="0"/>
                    <a:pt x="1148" y="335"/>
                    <a:pt x="702" y="923"/>
                  </a:cubicBezTo>
                  <a:cubicBezTo>
                    <a:pt x="75" y="1750"/>
                    <a:pt x="0" y="2753"/>
                    <a:pt x="527" y="3154"/>
                  </a:cubicBezTo>
                  <a:cubicBezTo>
                    <a:pt x="677" y="3254"/>
                    <a:pt x="852" y="3304"/>
                    <a:pt x="1053" y="3304"/>
                  </a:cubicBezTo>
                  <a:cubicBezTo>
                    <a:pt x="1554" y="3304"/>
                    <a:pt x="2181" y="2978"/>
                    <a:pt x="2607" y="2377"/>
                  </a:cubicBezTo>
                  <a:cubicBezTo>
                    <a:pt x="2908" y="1976"/>
                    <a:pt x="3108" y="1525"/>
                    <a:pt x="3133" y="1124"/>
                  </a:cubicBezTo>
                  <a:cubicBezTo>
                    <a:pt x="3183" y="698"/>
                    <a:pt x="3058" y="347"/>
                    <a:pt x="2782" y="171"/>
                  </a:cubicBezTo>
                  <a:cubicBezTo>
                    <a:pt x="2630" y="56"/>
                    <a:pt x="2445" y="0"/>
                    <a:pt x="22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7491299" y="1590972"/>
              <a:ext cx="175891" cy="175810"/>
            </a:xfrm>
            <a:custGeom>
              <a:rect b="b" l="l" r="r" t="t"/>
              <a:pathLst>
                <a:path extrusionOk="0" h="2181" w="2182">
                  <a:moveTo>
                    <a:pt x="1079" y="0"/>
                  </a:moveTo>
                  <a:lnTo>
                    <a:pt x="803" y="827"/>
                  </a:lnTo>
                  <a:lnTo>
                    <a:pt x="1" y="1128"/>
                  </a:lnTo>
                  <a:lnTo>
                    <a:pt x="828" y="1379"/>
                  </a:lnTo>
                  <a:lnTo>
                    <a:pt x="1129" y="2181"/>
                  </a:lnTo>
                  <a:lnTo>
                    <a:pt x="1379" y="1379"/>
                  </a:lnTo>
                  <a:lnTo>
                    <a:pt x="2181" y="1078"/>
                  </a:lnTo>
                  <a:lnTo>
                    <a:pt x="1379" y="802"/>
                  </a:lnTo>
                  <a:lnTo>
                    <a:pt x="10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1"/>
            <p:cNvSpPr/>
            <p:nvPr/>
          </p:nvSpPr>
          <p:spPr>
            <a:xfrm>
              <a:off x="7650909" y="3615251"/>
              <a:ext cx="177906" cy="175891"/>
            </a:xfrm>
            <a:custGeom>
              <a:rect b="b" l="l" r="r" t="t"/>
              <a:pathLst>
                <a:path extrusionOk="0" h="2182" w="2207">
                  <a:moveTo>
                    <a:pt x="1079" y="1"/>
                  </a:moveTo>
                  <a:lnTo>
                    <a:pt x="828" y="803"/>
                  </a:lnTo>
                  <a:lnTo>
                    <a:pt x="1" y="1104"/>
                  </a:lnTo>
                  <a:lnTo>
                    <a:pt x="828" y="1379"/>
                  </a:lnTo>
                  <a:lnTo>
                    <a:pt x="1129" y="2181"/>
                  </a:lnTo>
                  <a:lnTo>
                    <a:pt x="1379" y="1354"/>
                  </a:lnTo>
                  <a:lnTo>
                    <a:pt x="2206" y="1054"/>
                  </a:lnTo>
                  <a:lnTo>
                    <a:pt x="1379" y="803"/>
                  </a:lnTo>
                  <a:lnTo>
                    <a:pt x="10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1"/>
            <p:cNvSpPr/>
            <p:nvPr/>
          </p:nvSpPr>
          <p:spPr>
            <a:xfrm>
              <a:off x="6618524" y="3322314"/>
              <a:ext cx="175891" cy="177906"/>
            </a:xfrm>
            <a:custGeom>
              <a:rect b="b" l="l" r="r" t="t"/>
              <a:pathLst>
                <a:path extrusionOk="0" h="2207" w="2182">
                  <a:moveTo>
                    <a:pt x="1078" y="1"/>
                  </a:moveTo>
                  <a:lnTo>
                    <a:pt x="803" y="828"/>
                  </a:lnTo>
                  <a:lnTo>
                    <a:pt x="1" y="1129"/>
                  </a:lnTo>
                  <a:lnTo>
                    <a:pt x="828" y="1379"/>
                  </a:lnTo>
                  <a:lnTo>
                    <a:pt x="1129" y="2206"/>
                  </a:lnTo>
                  <a:lnTo>
                    <a:pt x="1379" y="1379"/>
                  </a:lnTo>
                  <a:lnTo>
                    <a:pt x="2181" y="1079"/>
                  </a:lnTo>
                  <a:lnTo>
                    <a:pt x="1354" y="828"/>
                  </a:lnTo>
                  <a:lnTo>
                    <a:pt x="10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6588214" y="1639419"/>
              <a:ext cx="175891" cy="175891"/>
            </a:xfrm>
            <a:custGeom>
              <a:rect b="b" l="l" r="r" t="t"/>
              <a:pathLst>
                <a:path extrusionOk="0" h="2182" w="2182">
                  <a:moveTo>
                    <a:pt x="1079" y="1"/>
                  </a:moveTo>
                  <a:lnTo>
                    <a:pt x="803" y="828"/>
                  </a:lnTo>
                  <a:lnTo>
                    <a:pt x="1" y="1103"/>
                  </a:lnTo>
                  <a:lnTo>
                    <a:pt x="828" y="1379"/>
                  </a:lnTo>
                  <a:lnTo>
                    <a:pt x="1129" y="2181"/>
                  </a:lnTo>
                  <a:lnTo>
                    <a:pt x="1379" y="1354"/>
                  </a:lnTo>
                  <a:lnTo>
                    <a:pt x="2181" y="1078"/>
                  </a:lnTo>
                  <a:lnTo>
                    <a:pt x="1354" y="803"/>
                  </a:lnTo>
                  <a:lnTo>
                    <a:pt x="10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6968053" y="2104136"/>
              <a:ext cx="145582" cy="145501"/>
            </a:xfrm>
            <a:custGeom>
              <a:rect b="b" l="l" r="r" t="t"/>
              <a:pathLst>
                <a:path extrusionOk="0" h="1805" w="1806">
                  <a:moveTo>
                    <a:pt x="527" y="0"/>
                  </a:moveTo>
                  <a:lnTo>
                    <a:pt x="527" y="251"/>
                  </a:lnTo>
                  <a:lnTo>
                    <a:pt x="276" y="251"/>
                  </a:lnTo>
                  <a:lnTo>
                    <a:pt x="276" y="501"/>
                  </a:lnTo>
                  <a:lnTo>
                    <a:pt x="26" y="501"/>
                  </a:lnTo>
                  <a:lnTo>
                    <a:pt x="1" y="1278"/>
                  </a:lnTo>
                  <a:lnTo>
                    <a:pt x="276" y="1278"/>
                  </a:lnTo>
                  <a:lnTo>
                    <a:pt x="251" y="1529"/>
                  </a:lnTo>
                  <a:lnTo>
                    <a:pt x="527" y="1529"/>
                  </a:lnTo>
                  <a:lnTo>
                    <a:pt x="527" y="1805"/>
                  </a:lnTo>
                  <a:lnTo>
                    <a:pt x="1805" y="1805"/>
                  </a:lnTo>
                  <a:lnTo>
                    <a:pt x="1805" y="777"/>
                  </a:lnTo>
                  <a:lnTo>
                    <a:pt x="1028" y="777"/>
                  </a:lnTo>
                  <a:lnTo>
                    <a:pt x="1028" y="1028"/>
                  </a:lnTo>
                  <a:lnTo>
                    <a:pt x="1304" y="1028"/>
                  </a:lnTo>
                  <a:lnTo>
                    <a:pt x="1279" y="1554"/>
                  </a:lnTo>
                  <a:lnTo>
                    <a:pt x="778" y="1554"/>
                  </a:lnTo>
                  <a:lnTo>
                    <a:pt x="778" y="1278"/>
                  </a:lnTo>
                  <a:lnTo>
                    <a:pt x="527" y="1278"/>
                  </a:lnTo>
                  <a:lnTo>
                    <a:pt x="527" y="526"/>
                  </a:lnTo>
                  <a:lnTo>
                    <a:pt x="778" y="526"/>
                  </a:lnTo>
                  <a:lnTo>
                    <a:pt x="778" y="251"/>
                  </a:lnTo>
                  <a:lnTo>
                    <a:pt x="1805" y="276"/>
                  </a:lnTo>
                  <a:lnTo>
                    <a:pt x="1805" y="25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1"/>
            <p:cNvSpPr/>
            <p:nvPr/>
          </p:nvSpPr>
          <p:spPr>
            <a:xfrm>
              <a:off x="7133709" y="2106151"/>
              <a:ext cx="145582" cy="145501"/>
            </a:xfrm>
            <a:custGeom>
              <a:rect b="b" l="l" r="r" t="t"/>
              <a:pathLst>
                <a:path extrusionOk="0" h="1805" w="1806">
                  <a:moveTo>
                    <a:pt x="1028" y="251"/>
                  </a:moveTo>
                  <a:lnTo>
                    <a:pt x="1028" y="501"/>
                  </a:lnTo>
                  <a:lnTo>
                    <a:pt x="1304" y="526"/>
                  </a:lnTo>
                  <a:lnTo>
                    <a:pt x="1279" y="1028"/>
                  </a:lnTo>
                  <a:lnTo>
                    <a:pt x="527" y="1028"/>
                  </a:lnTo>
                  <a:lnTo>
                    <a:pt x="527" y="501"/>
                  </a:lnTo>
                  <a:lnTo>
                    <a:pt x="778" y="501"/>
                  </a:lnTo>
                  <a:lnTo>
                    <a:pt x="778" y="251"/>
                  </a:lnTo>
                  <a:close/>
                  <a:moveTo>
                    <a:pt x="527" y="0"/>
                  </a:moveTo>
                  <a:lnTo>
                    <a:pt x="527" y="251"/>
                  </a:lnTo>
                  <a:lnTo>
                    <a:pt x="276" y="251"/>
                  </a:lnTo>
                  <a:lnTo>
                    <a:pt x="276" y="501"/>
                  </a:lnTo>
                  <a:lnTo>
                    <a:pt x="1" y="501"/>
                  </a:lnTo>
                  <a:lnTo>
                    <a:pt x="1" y="1780"/>
                  </a:lnTo>
                  <a:lnTo>
                    <a:pt x="502" y="1780"/>
                  </a:lnTo>
                  <a:lnTo>
                    <a:pt x="527" y="1278"/>
                  </a:lnTo>
                  <a:lnTo>
                    <a:pt x="1279" y="1278"/>
                  </a:lnTo>
                  <a:lnTo>
                    <a:pt x="1279" y="1805"/>
                  </a:lnTo>
                  <a:lnTo>
                    <a:pt x="1805" y="1805"/>
                  </a:lnTo>
                  <a:lnTo>
                    <a:pt x="1805" y="526"/>
                  </a:lnTo>
                  <a:lnTo>
                    <a:pt x="1555" y="526"/>
                  </a:lnTo>
                  <a:lnTo>
                    <a:pt x="1555" y="251"/>
                  </a:lnTo>
                  <a:lnTo>
                    <a:pt x="1304" y="251"/>
                  </a:lnTo>
                  <a:lnTo>
                    <a:pt x="13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1"/>
            <p:cNvSpPr/>
            <p:nvPr/>
          </p:nvSpPr>
          <p:spPr>
            <a:xfrm>
              <a:off x="7299364" y="2106151"/>
              <a:ext cx="145582" cy="147516"/>
            </a:xfrm>
            <a:custGeom>
              <a:rect b="b" l="l" r="r" t="t"/>
              <a:pathLst>
                <a:path extrusionOk="0" h="1830" w="1806">
                  <a:moveTo>
                    <a:pt x="1" y="0"/>
                  </a:moveTo>
                  <a:lnTo>
                    <a:pt x="1" y="1805"/>
                  </a:lnTo>
                  <a:lnTo>
                    <a:pt x="502" y="1805"/>
                  </a:lnTo>
                  <a:lnTo>
                    <a:pt x="527" y="777"/>
                  </a:lnTo>
                  <a:lnTo>
                    <a:pt x="778" y="777"/>
                  </a:lnTo>
                  <a:lnTo>
                    <a:pt x="778" y="1303"/>
                  </a:lnTo>
                  <a:lnTo>
                    <a:pt x="1029" y="1303"/>
                  </a:lnTo>
                  <a:lnTo>
                    <a:pt x="1029" y="777"/>
                  </a:lnTo>
                  <a:lnTo>
                    <a:pt x="1279" y="777"/>
                  </a:lnTo>
                  <a:lnTo>
                    <a:pt x="1279" y="1805"/>
                  </a:lnTo>
                  <a:lnTo>
                    <a:pt x="1780" y="1830"/>
                  </a:lnTo>
                  <a:lnTo>
                    <a:pt x="1805" y="25"/>
                  </a:lnTo>
                  <a:lnTo>
                    <a:pt x="1304" y="25"/>
                  </a:lnTo>
                  <a:lnTo>
                    <a:pt x="1304" y="276"/>
                  </a:lnTo>
                  <a:lnTo>
                    <a:pt x="1029" y="276"/>
                  </a:lnTo>
                  <a:lnTo>
                    <a:pt x="1029" y="526"/>
                  </a:lnTo>
                  <a:lnTo>
                    <a:pt x="778" y="526"/>
                  </a:lnTo>
                  <a:lnTo>
                    <a:pt x="778" y="276"/>
                  </a:lnTo>
                  <a:lnTo>
                    <a:pt x="527" y="276"/>
                  </a:lnTo>
                  <a:lnTo>
                    <a:pt x="527" y="2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7465101" y="2108166"/>
              <a:ext cx="145501" cy="145501"/>
            </a:xfrm>
            <a:custGeom>
              <a:rect b="b" l="l" r="r" t="t"/>
              <a:pathLst>
                <a:path extrusionOk="0" h="1805" w="1805">
                  <a:moveTo>
                    <a:pt x="0" y="0"/>
                  </a:moveTo>
                  <a:lnTo>
                    <a:pt x="0" y="1805"/>
                  </a:lnTo>
                  <a:lnTo>
                    <a:pt x="1780" y="1805"/>
                  </a:lnTo>
                  <a:lnTo>
                    <a:pt x="1780" y="1554"/>
                  </a:lnTo>
                  <a:lnTo>
                    <a:pt x="501" y="1554"/>
                  </a:lnTo>
                  <a:lnTo>
                    <a:pt x="501" y="1028"/>
                  </a:lnTo>
                  <a:lnTo>
                    <a:pt x="1529" y="1053"/>
                  </a:lnTo>
                  <a:lnTo>
                    <a:pt x="1529" y="777"/>
                  </a:lnTo>
                  <a:lnTo>
                    <a:pt x="526" y="777"/>
                  </a:lnTo>
                  <a:lnTo>
                    <a:pt x="526" y="251"/>
                  </a:lnTo>
                  <a:lnTo>
                    <a:pt x="1805" y="276"/>
                  </a:lnTo>
                  <a:lnTo>
                    <a:pt x="1805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1"/>
            <p:cNvSpPr/>
            <p:nvPr/>
          </p:nvSpPr>
          <p:spPr>
            <a:xfrm>
              <a:off x="6966038" y="2302114"/>
              <a:ext cx="145582" cy="145501"/>
            </a:xfrm>
            <a:custGeom>
              <a:rect b="b" l="l" r="r" t="t"/>
              <a:pathLst>
                <a:path extrusionOk="0" h="1805" w="1806">
                  <a:moveTo>
                    <a:pt x="1304" y="276"/>
                  </a:moveTo>
                  <a:lnTo>
                    <a:pt x="1304" y="1554"/>
                  </a:lnTo>
                  <a:lnTo>
                    <a:pt x="527" y="1554"/>
                  </a:lnTo>
                  <a:lnTo>
                    <a:pt x="527" y="276"/>
                  </a:lnTo>
                  <a:close/>
                  <a:moveTo>
                    <a:pt x="276" y="0"/>
                  </a:moveTo>
                  <a:lnTo>
                    <a:pt x="276" y="251"/>
                  </a:lnTo>
                  <a:lnTo>
                    <a:pt x="26" y="251"/>
                  </a:lnTo>
                  <a:lnTo>
                    <a:pt x="1" y="1554"/>
                  </a:lnTo>
                  <a:lnTo>
                    <a:pt x="276" y="1554"/>
                  </a:lnTo>
                  <a:lnTo>
                    <a:pt x="276" y="1805"/>
                  </a:lnTo>
                  <a:lnTo>
                    <a:pt x="1554" y="1805"/>
                  </a:lnTo>
                  <a:lnTo>
                    <a:pt x="1554" y="1554"/>
                  </a:lnTo>
                  <a:lnTo>
                    <a:pt x="1805" y="1554"/>
                  </a:lnTo>
                  <a:lnTo>
                    <a:pt x="1805" y="276"/>
                  </a:lnTo>
                  <a:lnTo>
                    <a:pt x="1554" y="276"/>
                  </a:lnTo>
                  <a:lnTo>
                    <a:pt x="1554" y="25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1"/>
            <p:cNvSpPr/>
            <p:nvPr/>
          </p:nvSpPr>
          <p:spPr>
            <a:xfrm>
              <a:off x="7131693" y="2304129"/>
              <a:ext cx="145582" cy="145501"/>
            </a:xfrm>
            <a:custGeom>
              <a:rect b="b" l="l" r="r" t="t"/>
              <a:pathLst>
                <a:path extrusionOk="0" h="1805" w="1806">
                  <a:moveTo>
                    <a:pt x="26" y="0"/>
                  </a:moveTo>
                  <a:lnTo>
                    <a:pt x="1" y="1028"/>
                  </a:lnTo>
                  <a:lnTo>
                    <a:pt x="276" y="1028"/>
                  </a:lnTo>
                  <a:lnTo>
                    <a:pt x="276" y="1278"/>
                  </a:lnTo>
                  <a:lnTo>
                    <a:pt x="527" y="1278"/>
                  </a:lnTo>
                  <a:lnTo>
                    <a:pt x="527" y="1529"/>
                  </a:lnTo>
                  <a:lnTo>
                    <a:pt x="778" y="1554"/>
                  </a:lnTo>
                  <a:lnTo>
                    <a:pt x="778" y="1805"/>
                  </a:lnTo>
                  <a:lnTo>
                    <a:pt x="1028" y="1805"/>
                  </a:lnTo>
                  <a:lnTo>
                    <a:pt x="1028" y="1554"/>
                  </a:lnTo>
                  <a:lnTo>
                    <a:pt x="1279" y="1554"/>
                  </a:lnTo>
                  <a:lnTo>
                    <a:pt x="1279" y="1278"/>
                  </a:lnTo>
                  <a:lnTo>
                    <a:pt x="1555" y="1304"/>
                  </a:lnTo>
                  <a:lnTo>
                    <a:pt x="1555" y="1028"/>
                  </a:lnTo>
                  <a:lnTo>
                    <a:pt x="1805" y="1028"/>
                  </a:lnTo>
                  <a:lnTo>
                    <a:pt x="1805" y="0"/>
                  </a:lnTo>
                  <a:lnTo>
                    <a:pt x="1304" y="0"/>
                  </a:lnTo>
                  <a:lnTo>
                    <a:pt x="1304" y="777"/>
                  </a:lnTo>
                  <a:lnTo>
                    <a:pt x="1028" y="777"/>
                  </a:lnTo>
                  <a:lnTo>
                    <a:pt x="1028" y="1028"/>
                  </a:lnTo>
                  <a:lnTo>
                    <a:pt x="778" y="1028"/>
                  </a:lnTo>
                  <a:lnTo>
                    <a:pt x="778" y="777"/>
                  </a:lnTo>
                  <a:lnTo>
                    <a:pt x="527" y="777"/>
                  </a:lnTo>
                  <a:lnTo>
                    <a:pt x="5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1"/>
            <p:cNvSpPr/>
            <p:nvPr/>
          </p:nvSpPr>
          <p:spPr>
            <a:xfrm>
              <a:off x="7297349" y="2306144"/>
              <a:ext cx="145582" cy="145501"/>
            </a:xfrm>
            <a:custGeom>
              <a:rect b="b" l="l" r="r" t="t"/>
              <a:pathLst>
                <a:path extrusionOk="0" h="1805" w="1806">
                  <a:moveTo>
                    <a:pt x="26" y="0"/>
                  </a:moveTo>
                  <a:lnTo>
                    <a:pt x="1" y="1780"/>
                  </a:lnTo>
                  <a:lnTo>
                    <a:pt x="1805" y="1805"/>
                  </a:lnTo>
                  <a:lnTo>
                    <a:pt x="1805" y="1554"/>
                  </a:lnTo>
                  <a:lnTo>
                    <a:pt x="527" y="1529"/>
                  </a:lnTo>
                  <a:lnTo>
                    <a:pt x="527" y="1028"/>
                  </a:lnTo>
                  <a:lnTo>
                    <a:pt x="1555" y="1028"/>
                  </a:lnTo>
                  <a:lnTo>
                    <a:pt x="1555" y="777"/>
                  </a:lnTo>
                  <a:lnTo>
                    <a:pt x="527" y="752"/>
                  </a:lnTo>
                  <a:lnTo>
                    <a:pt x="527" y="251"/>
                  </a:lnTo>
                  <a:lnTo>
                    <a:pt x="1805" y="251"/>
                  </a:lnTo>
                  <a:lnTo>
                    <a:pt x="180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7463085" y="2306144"/>
              <a:ext cx="145501" cy="147516"/>
            </a:xfrm>
            <a:custGeom>
              <a:rect b="b" l="l" r="r" t="t"/>
              <a:pathLst>
                <a:path extrusionOk="0" h="1830" w="1805">
                  <a:moveTo>
                    <a:pt x="1278" y="251"/>
                  </a:moveTo>
                  <a:lnTo>
                    <a:pt x="1278" y="702"/>
                  </a:lnTo>
                  <a:lnTo>
                    <a:pt x="1028" y="702"/>
                  </a:lnTo>
                  <a:lnTo>
                    <a:pt x="1003" y="928"/>
                  </a:lnTo>
                  <a:lnTo>
                    <a:pt x="501" y="928"/>
                  </a:lnTo>
                  <a:lnTo>
                    <a:pt x="526" y="276"/>
                  </a:lnTo>
                  <a:lnTo>
                    <a:pt x="1278" y="251"/>
                  </a:lnTo>
                  <a:close/>
                  <a:moveTo>
                    <a:pt x="0" y="0"/>
                  </a:moveTo>
                  <a:lnTo>
                    <a:pt x="0" y="1805"/>
                  </a:lnTo>
                  <a:lnTo>
                    <a:pt x="501" y="1805"/>
                  </a:lnTo>
                  <a:lnTo>
                    <a:pt x="501" y="1304"/>
                  </a:lnTo>
                  <a:lnTo>
                    <a:pt x="777" y="1304"/>
                  </a:lnTo>
                  <a:lnTo>
                    <a:pt x="777" y="1554"/>
                  </a:lnTo>
                  <a:lnTo>
                    <a:pt x="1028" y="1554"/>
                  </a:lnTo>
                  <a:lnTo>
                    <a:pt x="1028" y="1805"/>
                  </a:lnTo>
                  <a:lnTo>
                    <a:pt x="1779" y="1830"/>
                  </a:lnTo>
                  <a:lnTo>
                    <a:pt x="1805" y="1554"/>
                  </a:lnTo>
                  <a:lnTo>
                    <a:pt x="1529" y="1554"/>
                  </a:lnTo>
                  <a:lnTo>
                    <a:pt x="1529" y="1304"/>
                  </a:lnTo>
                  <a:lnTo>
                    <a:pt x="1278" y="1304"/>
                  </a:lnTo>
                  <a:lnTo>
                    <a:pt x="1278" y="1053"/>
                  </a:lnTo>
                  <a:lnTo>
                    <a:pt x="1805" y="1053"/>
                  </a:lnTo>
                  <a:lnTo>
                    <a:pt x="1805" y="276"/>
                  </a:lnTo>
                  <a:lnTo>
                    <a:pt x="1554" y="276"/>
                  </a:lnTo>
                  <a:lnTo>
                    <a:pt x="1554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6" name="Google Shape;92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094" y="1684105"/>
            <a:ext cx="766882" cy="823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301" y="2505563"/>
            <a:ext cx="1540646" cy="670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8" name="Google Shape;92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6167" y="1656850"/>
            <a:ext cx="2225100" cy="6134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08347" y="2432651"/>
            <a:ext cx="1218618" cy="468663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0" name="Google Shape;93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1450" y="2505574"/>
            <a:ext cx="540151" cy="670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47710" y="3063632"/>
            <a:ext cx="766884" cy="75353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2" name="Google Shape;932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72000" y="2396949"/>
            <a:ext cx="712174" cy="1049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3050" y="3267077"/>
            <a:ext cx="607651" cy="60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3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464475" y="1558150"/>
            <a:ext cx="712175" cy="7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31"/>
          <p:cNvPicPr preferRelativeResize="0"/>
          <p:nvPr/>
        </p:nvPicPr>
        <p:blipFill rotWithShape="1">
          <a:blip r:embed="rId12">
            <a:alphaModFix/>
          </a:blip>
          <a:srcRect b="50666" l="62499" r="0" t="7323"/>
          <a:stretch/>
        </p:blipFill>
        <p:spPr>
          <a:xfrm>
            <a:off x="1724299" y="3411100"/>
            <a:ext cx="575151" cy="859075"/>
          </a:xfrm>
          <a:prstGeom prst="rect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6" name="Google Shape;936;p31"/>
          <p:cNvPicPr preferRelativeResize="0"/>
          <p:nvPr/>
        </p:nvPicPr>
        <p:blipFill rotWithShape="1">
          <a:blip r:embed="rId12">
            <a:alphaModFix/>
          </a:blip>
          <a:srcRect b="7115" l="4187" r="53003" t="48826"/>
          <a:stretch/>
        </p:blipFill>
        <p:spPr>
          <a:xfrm>
            <a:off x="2372176" y="3413350"/>
            <a:ext cx="622749" cy="8545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7" name="Google Shape;937;p31"/>
          <p:cNvPicPr preferRelativeResize="0"/>
          <p:nvPr/>
        </p:nvPicPr>
        <p:blipFill rotWithShape="1">
          <a:blip r:embed="rId12">
            <a:alphaModFix/>
          </a:blip>
          <a:srcRect b="7115" l="60462" r="0" t="48826"/>
          <a:stretch/>
        </p:blipFill>
        <p:spPr>
          <a:xfrm>
            <a:off x="3067651" y="3413350"/>
            <a:ext cx="575151" cy="8545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Google Shape;942;p32"/>
          <p:cNvPicPr preferRelativeResize="0"/>
          <p:nvPr/>
        </p:nvPicPr>
        <p:blipFill rotWithShape="1">
          <a:blip r:embed="rId3">
            <a:alphaModFix/>
          </a:blip>
          <a:srcRect b="1124" l="0" r="0" t="1114"/>
          <a:stretch/>
        </p:blipFill>
        <p:spPr>
          <a:xfrm>
            <a:off x="1217152" y="0"/>
            <a:ext cx="703178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32"/>
          <p:cNvSpPr txBox="1"/>
          <p:nvPr/>
        </p:nvSpPr>
        <p:spPr>
          <a:xfrm>
            <a:off x="2386550" y="165550"/>
            <a:ext cx="45243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Notre </a:t>
            </a:r>
            <a:r>
              <a:rPr lang="en" sz="2700">
                <a:solidFill>
                  <a:schemeClr val="dk1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Projet</a:t>
            </a:r>
            <a:endParaRPr sz="2700">
              <a:solidFill>
                <a:schemeClr val="dk1"/>
              </a:solidFill>
              <a:latin typeface="Press Start 2P"/>
              <a:ea typeface="Press Start 2P"/>
              <a:cs typeface="Press Start 2P"/>
              <a:sym typeface="Press Start 2P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2735800" y="1058325"/>
            <a:ext cx="3714900" cy="19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Team Works		Programmation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		Esprit 		Équipe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			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		Développement Web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				Réussite 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    Compétences				Défis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 Apprentissage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		       Accomplissement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851B4"/>
                </a:solidFill>
                <a:latin typeface="Arimo"/>
                <a:ea typeface="Arimo"/>
                <a:cs typeface="Arimo"/>
                <a:sym typeface="Arimo"/>
              </a:rPr>
              <a:t>Organisation	Informatique</a:t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8851B4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3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950" name="Google Shape;950;p33"/>
          <p:cNvSpPr txBox="1"/>
          <p:nvPr>
            <p:ph idx="2" type="title"/>
          </p:nvPr>
        </p:nvSpPr>
        <p:spPr>
          <a:xfrm>
            <a:off x="1984088" y="1497075"/>
            <a:ext cx="1037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51" name="Google Shape;951;p33"/>
          <p:cNvSpPr txBox="1"/>
          <p:nvPr>
            <p:ph idx="1" type="subTitle"/>
          </p:nvPr>
        </p:nvSpPr>
        <p:spPr>
          <a:xfrm>
            <a:off x="2945162" y="1497075"/>
            <a:ext cx="4015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Schéma Général du projet</a:t>
            </a:r>
            <a:endParaRPr/>
          </a:p>
        </p:txBody>
      </p:sp>
      <p:sp>
        <p:nvSpPr>
          <p:cNvPr id="952" name="Google Shape;952;p33"/>
          <p:cNvSpPr txBox="1"/>
          <p:nvPr>
            <p:ph idx="3" type="title"/>
          </p:nvPr>
        </p:nvSpPr>
        <p:spPr>
          <a:xfrm>
            <a:off x="1984088" y="2257775"/>
            <a:ext cx="1037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53" name="Google Shape;953;p33"/>
          <p:cNvSpPr txBox="1"/>
          <p:nvPr>
            <p:ph idx="4" type="subTitle"/>
          </p:nvPr>
        </p:nvSpPr>
        <p:spPr>
          <a:xfrm>
            <a:off x="2945150" y="2257775"/>
            <a:ext cx="48885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Interaction/interface humain machine</a:t>
            </a:r>
            <a:endParaRPr/>
          </a:p>
        </p:txBody>
      </p:sp>
      <p:sp>
        <p:nvSpPr>
          <p:cNvPr id="954" name="Google Shape;954;p33"/>
          <p:cNvSpPr txBox="1"/>
          <p:nvPr>
            <p:ph idx="5" type="title"/>
          </p:nvPr>
        </p:nvSpPr>
        <p:spPr>
          <a:xfrm>
            <a:off x="1984088" y="3018500"/>
            <a:ext cx="1037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55" name="Google Shape;955;p33"/>
          <p:cNvSpPr txBox="1"/>
          <p:nvPr>
            <p:ph idx="6" type="subTitle"/>
          </p:nvPr>
        </p:nvSpPr>
        <p:spPr>
          <a:xfrm>
            <a:off x="2945162" y="3018500"/>
            <a:ext cx="4015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</a:t>
            </a:r>
            <a:endParaRPr/>
          </a:p>
        </p:txBody>
      </p:sp>
      <p:sp>
        <p:nvSpPr>
          <p:cNvPr id="956" name="Google Shape;956;p33"/>
          <p:cNvSpPr txBox="1"/>
          <p:nvPr>
            <p:ph idx="7" type="title"/>
          </p:nvPr>
        </p:nvSpPr>
        <p:spPr>
          <a:xfrm>
            <a:off x="2029463" y="3822625"/>
            <a:ext cx="10371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57" name="Google Shape;957;p33"/>
          <p:cNvSpPr txBox="1"/>
          <p:nvPr>
            <p:ph idx="8" type="subTitle"/>
          </p:nvPr>
        </p:nvSpPr>
        <p:spPr>
          <a:xfrm>
            <a:off x="2990537" y="3822625"/>
            <a:ext cx="4015800" cy="44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Bilan</a:t>
            </a:r>
            <a:endParaRPr/>
          </a:p>
        </p:txBody>
      </p:sp>
      <p:grpSp>
        <p:nvGrpSpPr>
          <p:cNvPr id="958" name="Google Shape;958;p33"/>
          <p:cNvGrpSpPr/>
          <p:nvPr/>
        </p:nvGrpSpPr>
        <p:grpSpPr>
          <a:xfrm flipH="1" rot="10800000">
            <a:off x="855950" y="3419658"/>
            <a:ext cx="238275" cy="1723842"/>
            <a:chOff x="474950" y="-375"/>
            <a:chExt cx="238275" cy="940500"/>
          </a:xfrm>
        </p:grpSpPr>
        <p:cxnSp>
          <p:nvCxnSpPr>
            <p:cNvPr id="959" name="Google Shape;959;p33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0" name="Google Shape;960;p33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61" name="Google Shape;961;p33"/>
          <p:cNvGrpSpPr/>
          <p:nvPr/>
        </p:nvGrpSpPr>
        <p:grpSpPr>
          <a:xfrm rot="10800000">
            <a:off x="8079525" y="3795575"/>
            <a:ext cx="238275" cy="1347925"/>
            <a:chOff x="474950" y="-375"/>
            <a:chExt cx="238275" cy="940500"/>
          </a:xfrm>
        </p:grpSpPr>
        <p:cxnSp>
          <p:nvCxnSpPr>
            <p:cNvPr id="962" name="Google Shape;962;p33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3" name="Google Shape;963;p33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64" name="Google Shape;964;p33"/>
          <p:cNvSpPr/>
          <p:nvPr/>
        </p:nvSpPr>
        <p:spPr>
          <a:xfrm>
            <a:off x="8140513" y="3342675"/>
            <a:ext cx="356529" cy="356529"/>
          </a:xfrm>
          <a:custGeom>
            <a:rect b="b" l="l" r="r" t="t"/>
            <a:pathLst>
              <a:path extrusionOk="0" h="18914" w="18914">
                <a:moveTo>
                  <a:pt x="7030" y="0"/>
                </a:moveTo>
                <a:lnTo>
                  <a:pt x="7030" y="3141"/>
                </a:lnTo>
                <a:lnTo>
                  <a:pt x="3141" y="3141"/>
                </a:lnTo>
                <a:lnTo>
                  <a:pt x="3141" y="7030"/>
                </a:lnTo>
                <a:lnTo>
                  <a:pt x="0" y="7030"/>
                </a:lnTo>
                <a:lnTo>
                  <a:pt x="0" y="11883"/>
                </a:lnTo>
                <a:lnTo>
                  <a:pt x="3141" y="11883"/>
                </a:lnTo>
                <a:lnTo>
                  <a:pt x="3141" y="15773"/>
                </a:lnTo>
                <a:lnTo>
                  <a:pt x="7030" y="15773"/>
                </a:lnTo>
                <a:lnTo>
                  <a:pt x="7030" y="18913"/>
                </a:lnTo>
                <a:lnTo>
                  <a:pt x="11884" y="18913"/>
                </a:lnTo>
                <a:lnTo>
                  <a:pt x="11884" y="15773"/>
                </a:lnTo>
                <a:lnTo>
                  <a:pt x="15773" y="15773"/>
                </a:lnTo>
                <a:lnTo>
                  <a:pt x="15773" y="11883"/>
                </a:lnTo>
                <a:lnTo>
                  <a:pt x="18914" y="11883"/>
                </a:lnTo>
                <a:lnTo>
                  <a:pt x="18914" y="7030"/>
                </a:lnTo>
                <a:lnTo>
                  <a:pt x="15773" y="7030"/>
                </a:lnTo>
                <a:lnTo>
                  <a:pt x="15773" y="3141"/>
                </a:lnTo>
                <a:lnTo>
                  <a:pt x="11884" y="3141"/>
                </a:lnTo>
                <a:lnTo>
                  <a:pt x="1188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5" name="Google Shape;965;p33"/>
          <p:cNvGrpSpPr/>
          <p:nvPr/>
        </p:nvGrpSpPr>
        <p:grpSpPr>
          <a:xfrm>
            <a:off x="480128" y="2519779"/>
            <a:ext cx="728004" cy="727735"/>
            <a:chOff x="2814625" y="1652725"/>
            <a:chExt cx="2428300" cy="2427400"/>
          </a:xfrm>
        </p:grpSpPr>
        <p:sp>
          <p:nvSpPr>
            <p:cNvPr id="966" name="Google Shape;966;p33"/>
            <p:cNvSpPr/>
            <p:nvPr/>
          </p:nvSpPr>
          <p:spPr>
            <a:xfrm>
              <a:off x="3161400" y="1995900"/>
              <a:ext cx="173550" cy="173575"/>
            </a:xfrm>
            <a:custGeom>
              <a:rect b="b" l="l" r="r" t="t"/>
              <a:pathLst>
                <a:path extrusionOk="0" h="6943" w="6942">
                  <a:moveTo>
                    <a:pt x="0" y="1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2988150" y="2169450"/>
              <a:ext cx="173275" cy="346800"/>
            </a:xfrm>
            <a:custGeom>
              <a:rect b="b" l="l" r="r" t="t"/>
              <a:pathLst>
                <a:path extrusionOk="0" h="13872" w="6931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6930" y="13871"/>
                  </a:lnTo>
                  <a:lnTo>
                    <a:pt x="6930" y="6930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3616500" y="2175100"/>
              <a:ext cx="173875" cy="520325"/>
            </a:xfrm>
            <a:custGeom>
              <a:rect b="b" l="l" r="r" t="t"/>
              <a:pathLst>
                <a:path extrusionOk="0" h="20813" w="6955">
                  <a:moveTo>
                    <a:pt x="1" y="0"/>
                  </a:moveTo>
                  <a:lnTo>
                    <a:pt x="1" y="6942"/>
                  </a:lnTo>
                  <a:lnTo>
                    <a:pt x="1" y="13883"/>
                  </a:lnTo>
                  <a:lnTo>
                    <a:pt x="1" y="20813"/>
                  </a:lnTo>
                  <a:lnTo>
                    <a:pt x="6954" y="20813"/>
                  </a:lnTo>
                  <a:lnTo>
                    <a:pt x="6954" y="13883"/>
                  </a:lnTo>
                  <a:lnTo>
                    <a:pt x="6954" y="6942"/>
                  </a:lnTo>
                  <a:lnTo>
                    <a:pt x="69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4230875" y="2175100"/>
              <a:ext cx="173250" cy="520325"/>
            </a:xfrm>
            <a:custGeom>
              <a:rect b="b" l="l" r="r" t="t"/>
              <a:pathLst>
                <a:path extrusionOk="0" h="20813" w="6930">
                  <a:moveTo>
                    <a:pt x="0" y="0"/>
                  </a:moveTo>
                  <a:lnTo>
                    <a:pt x="0" y="6942"/>
                  </a:lnTo>
                  <a:lnTo>
                    <a:pt x="0" y="13883"/>
                  </a:lnTo>
                  <a:lnTo>
                    <a:pt x="0" y="20813"/>
                  </a:lnTo>
                  <a:lnTo>
                    <a:pt x="6930" y="20813"/>
                  </a:lnTo>
                  <a:lnTo>
                    <a:pt x="6930" y="13883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2814625" y="2519200"/>
              <a:ext cx="346800" cy="1040625"/>
            </a:xfrm>
            <a:custGeom>
              <a:rect b="b" l="l" r="r" t="t"/>
              <a:pathLst>
                <a:path extrusionOk="0" h="41625" w="13872">
                  <a:moveTo>
                    <a:pt x="1" y="0"/>
                  </a:moveTo>
                  <a:lnTo>
                    <a:pt x="1" y="6930"/>
                  </a:lnTo>
                  <a:lnTo>
                    <a:pt x="1" y="13871"/>
                  </a:lnTo>
                  <a:lnTo>
                    <a:pt x="1" y="20800"/>
                  </a:lnTo>
                  <a:lnTo>
                    <a:pt x="1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  <a:moveTo>
                    <a:pt x="6942" y="27742"/>
                  </a:moveTo>
                  <a:lnTo>
                    <a:pt x="6942" y="34671"/>
                  </a:lnTo>
                  <a:lnTo>
                    <a:pt x="6942" y="41624"/>
                  </a:lnTo>
                  <a:lnTo>
                    <a:pt x="13871" y="41624"/>
                  </a:lnTo>
                  <a:lnTo>
                    <a:pt x="13871" y="34671"/>
                  </a:lnTo>
                  <a:lnTo>
                    <a:pt x="13871" y="2774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3161400" y="3559800"/>
              <a:ext cx="173550" cy="173550"/>
            </a:xfrm>
            <a:custGeom>
              <a:rect b="b" l="l" r="r" t="t"/>
              <a:pathLst>
                <a:path extrusionOk="0" h="6942" w="6942">
                  <a:moveTo>
                    <a:pt x="0" y="0"/>
                  </a:moveTo>
                  <a:lnTo>
                    <a:pt x="0" y="6942"/>
                  </a:lnTo>
                  <a:lnTo>
                    <a:pt x="6942" y="6942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3334925" y="3733325"/>
              <a:ext cx="347100" cy="173250"/>
            </a:xfrm>
            <a:custGeom>
              <a:rect b="b" l="l" r="r" t="t"/>
              <a:pathLst>
                <a:path extrusionOk="0" h="6930" w="13884">
                  <a:moveTo>
                    <a:pt x="1" y="1"/>
                  </a:moveTo>
                  <a:lnTo>
                    <a:pt x="1" y="6930"/>
                  </a:lnTo>
                  <a:lnTo>
                    <a:pt x="13883" y="6930"/>
                  </a:lnTo>
                  <a:lnTo>
                    <a:pt x="13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4375525" y="3733325"/>
              <a:ext cx="346800" cy="173250"/>
            </a:xfrm>
            <a:custGeom>
              <a:rect b="b" l="l" r="r" t="t"/>
              <a:pathLst>
                <a:path extrusionOk="0" h="6930" w="13872">
                  <a:moveTo>
                    <a:pt x="1" y="1"/>
                  </a:moveTo>
                  <a:lnTo>
                    <a:pt x="1" y="6930"/>
                  </a:lnTo>
                  <a:lnTo>
                    <a:pt x="13872" y="6930"/>
                  </a:lnTo>
                  <a:lnTo>
                    <a:pt x="138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4722300" y="3559800"/>
              <a:ext cx="173275" cy="173550"/>
            </a:xfrm>
            <a:custGeom>
              <a:rect b="b" l="l" r="r" t="t"/>
              <a:pathLst>
                <a:path extrusionOk="0" h="6942" w="6931">
                  <a:moveTo>
                    <a:pt x="1" y="0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4895850" y="3212725"/>
              <a:ext cx="173550" cy="347100"/>
            </a:xfrm>
            <a:custGeom>
              <a:rect b="b" l="l" r="r" t="t"/>
              <a:pathLst>
                <a:path extrusionOk="0" h="13884" w="6942">
                  <a:moveTo>
                    <a:pt x="0" y="1"/>
                  </a:moveTo>
                  <a:lnTo>
                    <a:pt x="0" y="6954"/>
                  </a:lnTo>
                  <a:lnTo>
                    <a:pt x="0" y="13883"/>
                  </a:lnTo>
                  <a:lnTo>
                    <a:pt x="6941" y="13883"/>
                  </a:lnTo>
                  <a:lnTo>
                    <a:pt x="6941" y="6954"/>
                  </a:lnTo>
                  <a:lnTo>
                    <a:pt x="69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5069375" y="2519200"/>
              <a:ext cx="173550" cy="693550"/>
            </a:xfrm>
            <a:custGeom>
              <a:rect b="b" l="l" r="r" t="t"/>
              <a:pathLst>
                <a:path extrusionOk="0" h="2774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0" y="20800"/>
                  </a:lnTo>
                  <a:lnTo>
                    <a:pt x="0" y="27742"/>
                  </a:lnTo>
                  <a:lnTo>
                    <a:pt x="6942" y="27742"/>
                  </a:lnTo>
                  <a:lnTo>
                    <a:pt x="6942" y="20800"/>
                  </a:lnTo>
                  <a:lnTo>
                    <a:pt x="6942" y="13871"/>
                  </a:lnTo>
                  <a:lnTo>
                    <a:pt x="6942" y="6930"/>
                  </a:lnTo>
                  <a:lnTo>
                    <a:pt x="69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4895850" y="2172425"/>
              <a:ext cx="173550" cy="346800"/>
            </a:xfrm>
            <a:custGeom>
              <a:rect b="b" l="l" r="r" t="t"/>
              <a:pathLst>
                <a:path extrusionOk="0" h="13872" w="6942">
                  <a:moveTo>
                    <a:pt x="0" y="0"/>
                  </a:moveTo>
                  <a:lnTo>
                    <a:pt x="0" y="6930"/>
                  </a:lnTo>
                  <a:lnTo>
                    <a:pt x="0" y="13871"/>
                  </a:lnTo>
                  <a:lnTo>
                    <a:pt x="6941" y="13871"/>
                  </a:lnTo>
                  <a:lnTo>
                    <a:pt x="6941" y="6930"/>
                  </a:lnTo>
                  <a:lnTo>
                    <a:pt x="6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4722300" y="1998875"/>
              <a:ext cx="173275" cy="173575"/>
            </a:xfrm>
            <a:custGeom>
              <a:rect b="b" l="l" r="r" t="t"/>
              <a:pathLst>
                <a:path extrusionOk="0" h="6943" w="6931">
                  <a:moveTo>
                    <a:pt x="1" y="1"/>
                  </a:moveTo>
                  <a:lnTo>
                    <a:pt x="1" y="6942"/>
                  </a:lnTo>
                  <a:lnTo>
                    <a:pt x="6930" y="6942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3334925" y="1652725"/>
              <a:ext cx="1387400" cy="346175"/>
            </a:xfrm>
            <a:custGeom>
              <a:rect b="b" l="l" r="r" t="t"/>
              <a:pathLst>
                <a:path extrusionOk="0" h="13847" w="55496">
                  <a:moveTo>
                    <a:pt x="6954" y="0"/>
                  </a:moveTo>
                  <a:lnTo>
                    <a:pt x="6954" y="6799"/>
                  </a:lnTo>
                  <a:lnTo>
                    <a:pt x="1" y="6799"/>
                  </a:lnTo>
                  <a:lnTo>
                    <a:pt x="1" y="13728"/>
                  </a:lnTo>
                  <a:lnTo>
                    <a:pt x="6954" y="13728"/>
                  </a:lnTo>
                  <a:lnTo>
                    <a:pt x="6954" y="6929"/>
                  </a:lnTo>
                  <a:lnTo>
                    <a:pt x="48554" y="6929"/>
                  </a:lnTo>
                  <a:lnTo>
                    <a:pt x="48554" y="13847"/>
                  </a:lnTo>
                  <a:lnTo>
                    <a:pt x="55496" y="13847"/>
                  </a:lnTo>
                  <a:lnTo>
                    <a:pt x="55496" y="6918"/>
                  </a:lnTo>
                  <a:lnTo>
                    <a:pt x="48554" y="6918"/>
                  </a:lnTo>
                  <a:lnTo>
                    <a:pt x="485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3682000" y="3906550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3682000" y="3186225"/>
              <a:ext cx="693550" cy="173575"/>
            </a:xfrm>
            <a:custGeom>
              <a:rect b="b" l="l" r="r" t="t"/>
              <a:pathLst>
                <a:path extrusionOk="0" h="6943" w="27742">
                  <a:moveTo>
                    <a:pt x="0" y="1"/>
                  </a:moveTo>
                  <a:lnTo>
                    <a:pt x="0" y="6942"/>
                  </a:lnTo>
                  <a:lnTo>
                    <a:pt x="27742" y="6942"/>
                  </a:lnTo>
                  <a:lnTo>
                    <a:pt x="277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4375525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3508750" y="3013000"/>
              <a:ext cx="173275" cy="173250"/>
            </a:xfrm>
            <a:custGeom>
              <a:rect b="b" l="l" r="r" t="t"/>
              <a:pathLst>
                <a:path extrusionOk="0" h="6930" w="6931">
                  <a:moveTo>
                    <a:pt x="1" y="1"/>
                  </a:moveTo>
                  <a:lnTo>
                    <a:pt x="1" y="6930"/>
                  </a:lnTo>
                  <a:lnTo>
                    <a:pt x="6930" y="6930"/>
                  </a:lnTo>
                  <a:lnTo>
                    <a:pt x="69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4"/>
          <p:cNvSpPr txBox="1"/>
          <p:nvPr>
            <p:ph type="title"/>
          </p:nvPr>
        </p:nvSpPr>
        <p:spPr>
          <a:xfrm>
            <a:off x="1838400" y="476400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</a:t>
            </a:r>
            <a:r>
              <a:rPr lang="en" sz="2700"/>
              <a:t> Du </a:t>
            </a:r>
            <a:r>
              <a:rPr lang="en" sz="2700"/>
              <a:t>Projet</a:t>
            </a:r>
            <a:endParaRPr sz="2700"/>
          </a:p>
        </p:txBody>
      </p:sp>
      <p:grpSp>
        <p:nvGrpSpPr>
          <p:cNvPr id="989" name="Google Shape;989;p34"/>
          <p:cNvGrpSpPr/>
          <p:nvPr/>
        </p:nvGrpSpPr>
        <p:grpSpPr>
          <a:xfrm>
            <a:off x="6146763" y="1043788"/>
            <a:ext cx="2194050" cy="492650"/>
            <a:chOff x="2955425" y="3449950"/>
            <a:chExt cx="2194050" cy="492650"/>
          </a:xfrm>
        </p:grpSpPr>
        <p:sp>
          <p:nvSpPr>
            <p:cNvPr id="990" name="Google Shape;990;p34"/>
            <p:cNvSpPr/>
            <p:nvPr/>
          </p:nvSpPr>
          <p:spPr>
            <a:xfrm>
              <a:off x="2955425" y="3449950"/>
              <a:ext cx="2194050" cy="492650"/>
            </a:xfrm>
            <a:custGeom>
              <a:rect b="b" l="l" r="r" t="t"/>
              <a:pathLst>
                <a:path extrusionOk="0" h="19706" w="87762">
                  <a:moveTo>
                    <a:pt x="50149" y="1"/>
                  </a:moveTo>
                  <a:lnTo>
                    <a:pt x="50149" y="1811"/>
                  </a:lnTo>
                  <a:lnTo>
                    <a:pt x="46566" y="1811"/>
                  </a:lnTo>
                  <a:lnTo>
                    <a:pt x="46566" y="3680"/>
                  </a:lnTo>
                  <a:lnTo>
                    <a:pt x="44780" y="3680"/>
                  </a:lnTo>
                  <a:lnTo>
                    <a:pt x="44780" y="5382"/>
                  </a:lnTo>
                  <a:lnTo>
                    <a:pt x="41196" y="5382"/>
                  </a:lnTo>
                  <a:lnTo>
                    <a:pt x="41196" y="7180"/>
                  </a:lnTo>
                  <a:lnTo>
                    <a:pt x="39410" y="7180"/>
                  </a:lnTo>
                  <a:lnTo>
                    <a:pt x="39410" y="10752"/>
                  </a:lnTo>
                  <a:lnTo>
                    <a:pt x="35826" y="10752"/>
                  </a:lnTo>
                  <a:lnTo>
                    <a:pt x="35826" y="7180"/>
                  </a:lnTo>
                  <a:lnTo>
                    <a:pt x="34040" y="7180"/>
                  </a:lnTo>
                  <a:lnTo>
                    <a:pt x="34040" y="5382"/>
                  </a:lnTo>
                  <a:lnTo>
                    <a:pt x="32230" y="5382"/>
                  </a:lnTo>
                  <a:lnTo>
                    <a:pt x="32230" y="3680"/>
                  </a:lnTo>
                  <a:lnTo>
                    <a:pt x="25075" y="3597"/>
                  </a:lnTo>
                  <a:lnTo>
                    <a:pt x="25075" y="5382"/>
                  </a:lnTo>
                  <a:lnTo>
                    <a:pt x="19705" y="5382"/>
                  </a:lnTo>
                  <a:lnTo>
                    <a:pt x="19705" y="7180"/>
                  </a:lnTo>
                  <a:lnTo>
                    <a:pt x="16121" y="7180"/>
                  </a:lnTo>
                  <a:lnTo>
                    <a:pt x="16121" y="8966"/>
                  </a:lnTo>
                  <a:lnTo>
                    <a:pt x="14335" y="8966"/>
                  </a:lnTo>
                  <a:lnTo>
                    <a:pt x="14335" y="10752"/>
                  </a:lnTo>
                  <a:lnTo>
                    <a:pt x="12526" y="10752"/>
                  </a:lnTo>
                  <a:lnTo>
                    <a:pt x="12526" y="12550"/>
                  </a:lnTo>
                  <a:lnTo>
                    <a:pt x="7156" y="12550"/>
                  </a:lnTo>
                  <a:lnTo>
                    <a:pt x="7156" y="14336"/>
                  </a:lnTo>
                  <a:lnTo>
                    <a:pt x="5370" y="14336"/>
                  </a:lnTo>
                  <a:lnTo>
                    <a:pt x="5370" y="16122"/>
                  </a:lnTo>
                  <a:lnTo>
                    <a:pt x="1786" y="16122"/>
                  </a:lnTo>
                  <a:lnTo>
                    <a:pt x="1786" y="17920"/>
                  </a:lnTo>
                  <a:lnTo>
                    <a:pt x="0" y="17920"/>
                  </a:lnTo>
                  <a:lnTo>
                    <a:pt x="0" y="19706"/>
                  </a:lnTo>
                  <a:lnTo>
                    <a:pt x="87761" y="19706"/>
                  </a:lnTo>
                  <a:lnTo>
                    <a:pt x="87761" y="17920"/>
                  </a:lnTo>
                  <a:lnTo>
                    <a:pt x="80605" y="17920"/>
                  </a:lnTo>
                  <a:lnTo>
                    <a:pt x="80605" y="16122"/>
                  </a:lnTo>
                  <a:lnTo>
                    <a:pt x="78808" y="16122"/>
                  </a:lnTo>
                  <a:lnTo>
                    <a:pt x="78808" y="14336"/>
                  </a:lnTo>
                  <a:lnTo>
                    <a:pt x="75236" y="14336"/>
                  </a:lnTo>
                  <a:lnTo>
                    <a:pt x="75236" y="12550"/>
                  </a:lnTo>
                  <a:lnTo>
                    <a:pt x="71640" y="12550"/>
                  </a:lnTo>
                  <a:lnTo>
                    <a:pt x="71640" y="10752"/>
                  </a:lnTo>
                  <a:lnTo>
                    <a:pt x="69854" y="10752"/>
                  </a:lnTo>
                  <a:lnTo>
                    <a:pt x="69854" y="7180"/>
                  </a:lnTo>
                  <a:lnTo>
                    <a:pt x="66270" y="7180"/>
                  </a:lnTo>
                  <a:lnTo>
                    <a:pt x="66270" y="5382"/>
                  </a:lnTo>
                  <a:lnTo>
                    <a:pt x="62687" y="5382"/>
                  </a:lnTo>
                  <a:lnTo>
                    <a:pt x="62687" y="3597"/>
                  </a:lnTo>
                  <a:lnTo>
                    <a:pt x="60901" y="3597"/>
                  </a:lnTo>
                  <a:lnTo>
                    <a:pt x="60901" y="1811"/>
                  </a:lnTo>
                  <a:lnTo>
                    <a:pt x="57317" y="1811"/>
                  </a:lnTo>
                  <a:lnTo>
                    <a:pt x="573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4"/>
            <p:cNvSpPr/>
            <p:nvPr/>
          </p:nvSpPr>
          <p:spPr>
            <a:xfrm>
              <a:off x="2955425" y="3718750"/>
              <a:ext cx="2194050" cy="223850"/>
            </a:xfrm>
            <a:custGeom>
              <a:rect b="b" l="l" r="r" t="t"/>
              <a:pathLst>
                <a:path extrusionOk="0" h="8954" w="87762">
                  <a:moveTo>
                    <a:pt x="12526" y="0"/>
                  </a:moveTo>
                  <a:lnTo>
                    <a:pt x="12526" y="1798"/>
                  </a:lnTo>
                  <a:lnTo>
                    <a:pt x="7156" y="1798"/>
                  </a:lnTo>
                  <a:lnTo>
                    <a:pt x="7156" y="3584"/>
                  </a:lnTo>
                  <a:lnTo>
                    <a:pt x="5370" y="3584"/>
                  </a:lnTo>
                  <a:lnTo>
                    <a:pt x="5370" y="5370"/>
                  </a:lnTo>
                  <a:lnTo>
                    <a:pt x="1786" y="5370"/>
                  </a:lnTo>
                  <a:lnTo>
                    <a:pt x="1786" y="7168"/>
                  </a:lnTo>
                  <a:lnTo>
                    <a:pt x="0" y="7168"/>
                  </a:lnTo>
                  <a:lnTo>
                    <a:pt x="0" y="8954"/>
                  </a:lnTo>
                  <a:lnTo>
                    <a:pt x="87761" y="8954"/>
                  </a:lnTo>
                  <a:lnTo>
                    <a:pt x="87761" y="7168"/>
                  </a:lnTo>
                  <a:lnTo>
                    <a:pt x="80605" y="7168"/>
                  </a:lnTo>
                  <a:lnTo>
                    <a:pt x="80605" y="5370"/>
                  </a:lnTo>
                  <a:lnTo>
                    <a:pt x="78808" y="5370"/>
                  </a:lnTo>
                  <a:lnTo>
                    <a:pt x="78808" y="3584"/>
                  </a:lnTo>
                  <a:lnTo>
                    <a:pt x="75236" y="3584"/>
                  </a:lnTo>
                  <a:lnTo>
                    <a:pt x="75236" y="1798"/>
                  </a:lnTo>
                  <a:lnTo>
                    <a:pt x="71640" y="1798"/>
                  </a:lnTo>
                  <a:lnTo>
                    <a:pt x="71640" y="0"/>
                  </a:lnTo>
                  <a:lnTo>
                    <a:pt x="69854" y="0"/>
                  </a:lnTo>
                  <a:lnTo>
                    <a:pt x="69854" y="3584"/>
                  </a:lnTo>
                  <a:lnTo>
                    <a:pt x="73426" y="3584"/>
                  </a:lnTo>
                  <a:lnTo>
                    <a:pt x="73426" y="5370"/>
                  </a:lnTo>
                  <a:lnTo>
                    <a:pt x="75236" y="5370"/>
                  </a:lnTo>
                  <a:lnTo>
                    <a:pt x="75236" y="7168"/>
                  </a:lnTo>
                  <a:lnTo>
                    <a:pt x="66270" y="7168"/>
                  </a:lnTo>
                  <a:lnTo>
                    <a:pt x="66270" y="5370"/>
                  </a:lnTo>
                  <a:lnTo>
                    <a:pt x="62687" y="5370"/>
                  </a:lnTo>
                  <a:lnTo>
                    <a:pt x="62687" y="3584"/>
                  </a:lnTo>
                  <a:lnTo>
                    <a:pt x="59103" y="3584"/>
                  </a:lnTo>
                  <a:lnTo>
                    <a:pt x="59103" y="5370"/>
                  </a:lnTo>
                  <a:lnTo>
                    <a:pt x="51935" y="5370"/>
                  </a:lnTo>
                  <a:lnTo>
                    <a:pt x="51935" y="7168"/>
                  </a:lnTo>
                  <a:lnTo>
                    <a:pt x="34040" y="7168"/>
                  </a:lnTo>
                  <a:lnTo>
                    <a:pt x="34040" y="5370"/>
                  </a:lnTo>
                  <a:lnTo>
                    <a:pt x="30444" y="5370"/>
                  </a:lnTo>
                  <a:lnTo>
                    <a:pt x="30444" y="3584"/>
                  </a:lnTo>
                  <a:lnTo>
                    <a:pt x="25075" y="3584"/>
                  </a:lnTo>
                  <a:lnTo>
                    <a:pt x="25075" y="5370"/>
                  </a:lnTo>
                  <a:lnTo>
                    <a:pt x="21491" y="5370"/>
                  </a:lnTo>
                  <a:lnTo>
                    <a:pt x="21491" y="7168"/>
                  </a:lnTo>
                  <a:lnTo>
                    <a:pt x="17919" y="7168"/>
                  </a:lnTo>
                  <a:lnTo>
                    <a:pt x="17919" y="3584"/>
                  </a:lnTo>
                  <a:lnTo>
                    <a:pt x="16121" y="3584"/>
                  </a:lnTo>
                  <a:lnTo>
                    <a:pt x="16121" y="1798"/>
                  </a:lnTo>
                  <a:lnTo>
                    <a:pt x="14335" y="1798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4"/>
            <p:cNvSpPr/>
            <p:nvPr/>
          </p:nvSpPr>
          <p:spPr>
            <a:xfrm>
              <a:off x="3940650" y="3584500"/>
              <a:ext cx="268525" cy="179200"/>
            </a:xfrm>
            <a:custGeom>
              <a:rect b="b" l="l" r="r" t="t"/>
              <a:pathLst>
                <a:path extrusionOk="0" h="7168" w="10741">
                  <a:moveTo>
                    <a:pt x="1787" y="0"/>
                  </a:moveTo>
                  <a:lnTo>
                    <a:pt x="1787" y="1798"/>
                  </a:lnTo>
                  <a:lnTo>
                    <a:pt x="1" y="1798"/>
                  </a:lnTo>
                  <a:lnTo>
                    <a:pt x="1" y="5370"/>
                  </a:lnTo>
                  <a:lnTo>
                    <a:pt x="5371" y="5370"/>
                  </a:lnTo>
                  <a:lnTo>
                    <a:pt x="5371" y="7168"/>
                  </a:lnTo>
                  <a:lnTo>
                    <a:pt x="10740" y="7168"/>
                  </a:lnTo>
                  <a:lnTo>
                    <a:pt x="10740" y="5370"/>
                  </a:lnTo>
                  <a:lnTo>
                    <a:pt x="7157" y="5370"/>
                  </a:lnTo>
                  <a:lnTo>
                    <a:pt x="7157" y="3584"/>
                  </a:lnTo>
                  <a:lnTo>
                    <a:pt x="3573" y="358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34"/>
          <p:cNvGrpSpPr/>
          <p:nvPr/>
        </p:nvGrpSpPr>
        <p:grpSpPr>
          <a:xfrm>
            <a:off x="1448588" y="853950"/>
            <a:ext cx="1078193" cy="350449"/>
            <a:chOff x="1465950" y="1531275"/>
            <a:chExt cx="1078193" cy="350449"/>
          </a:xfrm>
        </p:grpSpPr>
        <p:sp>
          <p:nvSpPr>
            <p:cNvPr id="994" name="Google Shape;994;p34"/>
            <p:cNvSpPr/>
            <p:nvPr/>
          </p:nvSpPr>
          <p:spPr>
            <a:xfrm>
              <a:off x="1465950" y="1531275"/>
              <a:ext cx="1078193" cy="350448"/>
            </a:xfrm>
            <a:custGeom>
              <a:rect b="b" l="l" r="r" t="t"/>
              <a:pathLst>
                <a:path extrusionOk="0" h="7740" w="23813">
                  <a:moveTo>
                    <a:pt x="10716" y="0"/>
                  </a:moveTo>
                  <a:lnTo>
                    <a:pt x="10716" y="596"/>
                  </a:lnTo>
                  <a:lnTo>
                    <a:pt x="10121" y="596"/>
                  </a:lnTo>
                  <a:lnTo>
                    <a:pt x="10121" y="1191"/>
                  </a:lnTo>
                  <a:lnTo>
                    <a:pt x="9525" y="1191"/>
                  </a:lnTo>
                  <a:lnTo>
                    <a:pt x="9525" y="2382"/>
                  </a:lnTo>
                  <a:lnTo>
                    <a:pt x="8335" y="2382"/>
                  </a:lnTo>
                  <a:lnTo>
                    <a:pt x="8335" y="1786"/>
                  </a:lnTo>
                  <a:lnTo>
                    <a:pt x="5953" y="1786"/>
                  </a:lnTo>
                  <a:lnTo>
                    <a:pt x="5953" y="2382"/>
                  </a:lnTo>
                  <a:lnTo>
                    <a:pt x="5358" y="2382"/>
                  </a:lnTo>
                  <a:lnTo>
                    <a:pt x="5358" y="3572"/>
                  </a:lnTo>
                  <a:lnTo>
                    <a:pt x="4167" y="3572"/>
                  </a:lnTo>
                  <a:lnTo>
                    <a:pt x="4167" y="4167"/>
                  </a:lnTo>
                  <a:lnTo>
                    <a:pt x="3572" y="4167"/>
                  </a:lnTo>
                  <a:lnTo>
                    <a:pt x="3572" y="4763"/>
                  </a:lnTo>
                  <a:lnTo>
                    <a:pt x="2977" y="4763"/>
                  </a:lnTo>
                  <a:lnTo>
                    <a:pt x="2977" y="5358"/>
                  </a:lnTo>
                  <a:lnTo>
                    <a:pt x="1786" y="5358"/>
                  </a:lnTo>
                  <a:lnTo>
                    <a:pt x="1786" y="5953"/>
                  </a:lnTo>
                  <a:lnTo>
                    <a:pt x="0" y="5953"/>
                  </a:lnTo>
                  <a:lnTo>
                    <a:pt x="0" y="6549"/>
                  </a:lnTo>
                  <a:lnTo>
                    <a:pt x="1786" y="6549"/>
                  </a:lnTo>
                  <a:lnTo>
                    <a:pt x="1786" y="7144"/>
                  </a:lnTo>
                  <a:lnTo>
                    <a:pt x="2977" y="7144"/>
                  </a:lnTo>
                  <a:lnTo>
                    <a:pt x="2977" y="7739"/>
                  </a:lnTo>
                  <a:lnTo>
                    <a:pt x="23813" y="7739"/>
                  </a:lnTo>
                  <a:lnTo>
                    <a:pt x="23813" y="7144"/>
                  </a:lnTo>
                  <a:lnTo>
                    <a:pt x="22027" y="7144"/>
                  </a:lnTo>
                  <a:lnTo>
                    <a:pt x="22027" y="6549"/>
                  </a:lnTo>
                  <a:lnTo>
                    <a:pt x="20836" y="6549"/>
                  </a:lnTo>
                  <a:lnTo>
                    <a:pt x="20836" y="5953"/>
                  </a:lnTo>
                  <a:lnTo>
                    <a:pt x="19646" y="5953"/>
                  </a:lnTo>
                  <a:lnTo>
                    <a:pt x="19646" y="4763"/>
                  </a:lnTo>
                  <a:lnTo>
                    <a:pt x="19050" y="4763"/>
                  </a:lnTo>
                  <a:lnTo>
                    <a:pt x="19050" y="4167"/>
                  </a:lnTo>
                  <a:lnTo>
                    <a:pt x="18455" y="4167"/>
                  </a:lnTo>
                  <a:lnTo>
                    <a:pt x="18455" y="3572"/>
                  </a:lnTo>
                  <a:lnTo>
                    <a:pt x="16669" y="3572"/>
                  </a:lnTo>
                  <a:lnTo>
                    <a:pt x="16669" y="2977"/>
                  </a:lnTo>
                  <a:lnTo>
                    <a:pt x="15478" y="2977"/>
                  </a:lnTo>
                  <a:lnTo>
                    <a:pt x="15478" y="1786"/>
                  </a:lnTo>
                  <a:lnTo>
                    <a:pt x="14883" y="1786"/>
                  </a:lnTo>
                  <a:lnTo>
                    <a:pt x="14883" y="1191"/>
                  </a:lnTo>
                  <a:lnTo>
                    <a:pt x="14288" y="1191"/>
                  </a:lnTo>
                  <a:lnTo>
                    <a:pt x="14288" y="596"/>
                  </a:lnTo>
                  <a:lnTo>
                    <a:pt x="12502" y="596"/>
                  </a:lnTo>
                  <a:lnTo>
                    <a:pt x="125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4"/>
            <p:cNvSpPr/>
            <p:nvPr/>
          </p:nvSpPr>
          <p:spPr>
            <a:xfrm>
              <a:off x="1465950" y="1719947"/>
              <a:ext cx="1078193" cy="161777"/>
            </a:xfrm>
            <a:custGeom>
              <a:rect b="b" l="l" r="r" t="t"/>
              <a:pathLst>
                <a:path extrusionOk="0" h="3573" w="23813">
                  <a:moveTo>
                    <a:pt x="18455" y="0"/>
                  </a:moveTo>
                  <a:lnTo>
                    <a:pt x="18455" y="1786"/>
                  </a:lnTo>
                  <a:lnTo>
                    <a:pt x="17264" y="1786"/>
                  </a:lnTo>
                  <a:lnTo>
                    <a:pt x="17264" y="2382"/>
                  </a:lnTo>
                  <a:lnTo>
                    <a:pt x="16074" y="2382"/>
                  </a:lnTo>
                  <a:lnTo>
                    <a:pt x="16074" y="2977"/>
                  </a:lnTo>
                  <a:lnTo>
                    <a:pt x="8930" y="2977"/>
                  </a:lnTo>
                  <a:lnTo>
                    <a:pt x="8930" y="2382"/>
                  </a:lnTo>
                  <a:lnTo>
                    <a:pt x="7739" y="2382"/>
                  </a:lnTo>
                  <a:lnTo>
                    <a:pt x="7739" y="1786"/>
                  </a:lnTo>
                  <a:lnTo>
                    <a:pt x="4763" y="1786"/>
                  </a:lnTo>
                  <a:lnTo>
                    <a:pt x="4763" y="1191"/>
                  </a:lnTo>
                  <a:lnTo>
                    <a:pt x="3572" y="1191"/>
                  </a:lnTo>
                  <a:lnTo>
                    <a:pt x="3572" y="596"/>
                  </a:lnTo>
                  <a:lnTo>
                    <a:pt x="2977" y="596"/>
                  </a:lnTo>
                  <a:lnTo>
                    <a:pt x="2977" y="1191"/>
                  </a:lnTo>
                  <a:lnTo>
                    <a:pt x="1786" y="1191"/>
                  </a:lnTo>
                  <a:lnTo>
                    <a:pt x="1786" y="1786"/>
                  </a:lnTo>
                  <a:lnTo>
                    <a:pt x="0" y="1786"/>
                  </a:lnTo>
                  <a:lnTo>
                    <a:pt x="0" y="2382"/>
                  </a:lnTo>
                  <a:lnTo>
                    <a:pt x="1786" y="2382"/>
                  </a:lnTo>
                  <a:lnTo>
                    <a:pt x="1786" y="2977"/>
                  </a:lnTo>
                  <a:lnTo>
                    <a:pt x="2977" y="2977"/>
                  </a:lnTo>
                  <a:lnTo>
                    <a:pt x="2977" y="3572"/>
                  </a:lnTo>
                  <a:lnTo>
                    <a:pt x="23813" y="3572"/>
                  </a:lnTo>
                  <a:lnTo>
                    <a:pt x="23813" y="2977"/>
                  </a:lnTo>
                  <a:lnTo>
                    <a:pt x="22027" y="2977"/>
                  </a:lnTo>
                  <a:lnTo>
                    <a:pt x="22027" y="2382"/>
                  </a:lnTo>
                  <a:lnTo>
                    <a:pt x="20836" y="2382"/>
                  </a:lnTo>
                  <a:lnTo>
                    <a:pt x="20836" y="1786"/>
                  </a:lnTo>
                  <a:lnTo>
                    <a:pt x="19646" y="1786"/>
                  </a:lnTo>
                  <a:lnTo>
                    <a:pt x="19646" y="596"/>
                  </a:lnTo>
                  <a:lnTo>
                    <a:pt x="19050" y="596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4"/>
            <p:cNvSpPr/>
            <p:nvPr/>
          </p:nvSpPr>
          <p:spPr>
            <a:xfrm>
              <a:off x="1816355" y="1639081"/>
              <a:ext cx="161777" cy="80911"/>
            </a:xfrm>
            <a:custGeom>
              <a:rect b="b" l="l" r="r" t="t"/>
              <a:pathLst>
                <a:path extrusionOk="0" h="1787" w="3573">
                  <a:moveTo>
                    <a:pt x="596" y="1"/>
                  </a:moveTo>
                  <a:lnTo>
                    <a:pt x="596" y="596"/>
                  </a:lnTo>
                  <a:lnTo>
                    <a:pt x="0" y="596"/>
                  </a:lnTo>
                  <a:lnTo>
                    <a:pt x="0" y="1191"/>
                  </a:lnTo>
                  <a:lnTo>
                    <a:pt x="1786" y="1191"/>
                  </a:lnTo>
                  <a:lnTo>
                    <a:pt x="1786" y="1786"/>
                  </a:lnTo>
                  <a:lnTo>
                    <a:pt x="3572" y="1786"/>
                  </a:lnTo>
                  <a:lnTo>
                    <a:pt x="3572" y="1191"/>
                  </a:lnTo>
                  <a:lnTo>
                    <a:pt x="2382" y="1191"/>
                  </a:lnTo>
                  <a:lnTo>
                    <a:pt x="2382" y="596"/>
                  </a:lnTo>
                  <a:lnTo>
                    <a:pt x="1786" y="596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4"/>
            <p:cNvSpPr/>
            <p:nvPr/>
          </p:nvSpPr>
          <p:spPr>
            <a:xfrm>
              <a:off x="1978087" y="1719947"/>
              <a:ext cx="26985" cy="26985"/>
            </a:xfrm>
            <a:custGeom>
              <a:rect b="b" l="l" r="r" t="t"/>
              <a:pathLst>
                <a:path extrusionOk="0" h="596" w="596">
                  <a:moveTo>
                    <a:pt x="0" y="0"/>
                  </a:moveTo>
                  <a:lnTo>
                    <a:pt x="0" y="596"/>
                  </a:lnTo>
                  <a:lnTo>
                    <a:pt x="596" y="596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4"/>
            <p:cNvSpPr/>
            <p:nvPr/>
          </p:nvSpPr>
          <p:spPr>
            <a:xfrm>
              <a:off x="2058953" y="1666022"/>
              <a:ext cx="161777" cy="80911"/>
            </a:xfrm>
            <a:custGeom>
              <a:rect b="b" l="l" r="r" t="t"/>
              <a:pathLst>
                <a:path extrusionOk="0" h="1787" w="3573">
                  <a:moveTo>
                    <a:pt x="2977" y="1"/>
                  </a:moveTo>
                  <a:lnTo>
                    <a:pt x="2977" y="596"/>
                  </a:lnTo>
                  <a:lnTo>
                    <a:pt x="1191" y="596"/>
                  </a:lnTo>
                  <a:lnTo>
                    <a:pt x="1191" y="1191"/>
                  </a:lnTo>
                  <a:lnTo>
                    <a:pt x="0" y="1191"/>
                  </a:lnTo>
                  <a:lnTo>
                    <a:pt x="0" y="1787"/>
                  </a:lnTo>
                  <a:lnTo>
                    <a:pt x="1786" y="1787"/>
                  </a:lnTo>
                  <a:lnTo>
                    <a:pt x="1786" y="1191"/>
                  </a:lnTo>
                  <a:lnTo>
                    <a:pt x="3572" y="1191"/>
                  </a:lnTo>
                  <a:lnTo>
                    <a:pt x="3572" y="596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4"/>
            <p:cNvSpPr/>
            <p:nvPr/>
          </p:nvSpPr>
          <p:spPr>
            <a:xfrm>
              <a:off x="2031968" y="1746888"/>
              <a:ext cx="27031" cy="27031"/>
            </a:xfrm>
            <a:custGeom>
              <a:rect b="b" l="l" r="r" t="t"/>
              <a:pathLst>
                <a:path extrusionOk="0" h="597" w="597">
                  <a:moveTo>
                    <a:pt x="1" y="1"/>
                  </a:moveTo>
                  <a:lnTo>
                    <a:pt x="1" y="596"/>
                  </a:lnTo>
                  <a:lnTo>
                    <a:pt x="596" y="596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4"/>
            <p:cNvSpPr/>
            <p:nvPr/>
          </p:nvSpPr>
          <p:spPr>
            <a:xfrm>
              <a:off x="2005027" y="1773873"/>
              <a:ext cx="26985" cy="26985"/>
            </a:xfrm>
            <a:custGeom>
              <a:rect b="b" l="l" r="r" t="t"/>
              <a:pathLst>
                <a:path extrusionOk="0" h="596" w="596">
                  <a:moveTo>
                    <a:pt x="1" y="0"/>
                  </a:moveTo>
                  <a:lnTo>
                    <a:pt x="1" y="595"/>
                  </a:lnTo>
                  <a:lnTo>
                    <a:pt x="596" y="595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01" name="Google Shape;1001;p34"/>
          <p:cNvPicPr preferRelativeResize="0"/>
          <p:nvPr/>
        </p:nvPicPr>
        <p:blipFill rotWithShape="1">
          <a:blip r:embed="rId3">
            <a:alphaModFix/>
          </a:blip>
          <a:srcRect b="4971" l="0" r="0" t="4971"/>
          <a:stretch/>
        </p:blipFill>
        <p:spPr>
          <a:xfrm>
            <a:off x="2198675" y="1706950"/>
            <a:ext cx="3948100" cy="324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34"/>
          <p:cNvSpPr txBox="1"/>
          <p:nvPr/>
        </p:nvSpPr>
        <p:spPr>
          <a:xfrm>
            <a:off x="904725" y="1401075"/>
            <a:ext cx="3224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1.  Capteurs et Interaction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1003" name="Google Shape;100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8592" y="3128970"/>
            <a:ext cx="443232" cy="55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34"/>
          <p:cNvPicPr preferRelativeResize="0"/>
          <p:nvPr/>
        </p:nvPicPr>
        <p:blipFill rotWithShape="1">
          <a:blip r:embed="rId5">
            <a:alphaModFix/>
          </a:blip>
          <a:srcRect b="0" l="27104" r="27909" t="0"/>
          <a:stretch/>
        </p:blipFill>
        <p:spPr>
          <a:xfrm>
            <a:off x="2292026" y="2049250"/>
            <a:ext cx="539823" cy="69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5" name="Google Shape;1005;p34"/>
          <p:cNvGrpSpPr/>
          <p:nvPr/>
        </p:nvGrpSpPr>
        <p:grpSpPr>
          <a:xfrm>
            <a:off x="2831862" y="1928875"/>
            <a:ext cx="340058" cy="350466"/>
            <a:chOff x="-9157450" y="1622750"/>
            <a:chExt cx="352100" cy="351450"/>
          </a:xfrm>
        </p:grpSpPr>
        <p:sp>
          <p:nvSpPr>
            <p:cNvPr id="1006" name="Google Shape;1006;p34"/>
            <p:cNvSpPr/>
            <p:nvPr/>
          </p:nvSpPr>
          <p:spPr>
            <a:xfrm>
              <a:off x="-9034575" y="1706075"/>
              <a:ext cx="229225" cy="268125"/>
            </a:xfrm>
            <a:custGeom>
              <a:rect b="b" l="l" r="r" t="t"/>
              <a:pathLst>
                <a:path extrusionOk="0" h="10725" w="9169">
                  <a:moveTo>
                    <a:pt x="8317" y="989"/>
                  </a:moveTo>
                  <a:lnTo>
                    <a:pt x="8317" y="1777"/>
                  </a:lnTo>
                  <a:lnTo>
                    <a:pt x="3308" y="3195"/>
                  </a:lnTo>
                  <a:lnTo>
                    <a:pt x="3308" y="2407"/>
                  </a:lnTo>
                  <a:lnTo>
                    <a:pt x="8317" y="989"/>
                  </a:lnTo>
                  <a:close/>
                  <a:moveTo>
                    <a:pt x="7498" y="6629"/>
                  </a:moveTo>
                  <a:cubicBezTo>
                    <a:pt x="7971" y="6629"/>
                    <a:pt x="8317" y="6975"/>
                    <a:pt x="8317" y="7448"/>
                  </a:cubicBezTo>
                  <a:cubicBezTo>
                    <a:pt x="8317" y="7920"/>
                    <a:pt x="7971" y="8267"/>
                    <a:pt x="7498" y="8267"/>
                  </a:cubicBezTo>
                  <a:cubicBezTo>
                    <a:pt x="7026" y="8267"/>
                    <a:pt x="6679" y="7920"/>
                    <a:pt x="6679" y="7448"/>
                  </a:cubicBezTo>
                  <a:cubicBezTo>
                    <a:pt x="6679" y="6975"/>
                    <a:pt x="7026" y="6629"/>
                    <a:pt x="7498" y="6629"/>
                  </a:cubicBezTo>
                  <a:close/>
                  <a:moveTo>
                    <a:pt x="1670" y="8267"/>
                  </a:moveTo>
                  <a:cubicBezTo>
                    <a:pt x="2142" y="8267"/>
                    <a:pt x="2489" y="8645"/>
                    <a:pt x="2489" y="9118"/>
                  </a:cubicBezTo>
                  <a:cubicBezTo>
                    <a:pt x="2489" y="9590"/>
                    <a:pt x="2111" y="9937"/>
                    <a:pt x="1670" y="9937"/>
                  </a:cubicBezTo>
                  <a:cubicBezTo>
                    <a:pt x="1197" y="9937"/>
                    <a:pt x="851" y="9590"/>
                    <a:pt x="851" y="9118"/>
                  </a:cubicBezTo>
                  <a:cubicBezTo>
                    <a:pt x="851" y="8645"/>
                    <a:pt x="1197" y="8267"/>
                    <a:pt x="1670" y="8267"/>
                  </a:cubicBezTo>
                  <a:close/>
                  <a:moveTo>
                    <a:pt x="8733" y="0"/>
                  </a:moveTo>
                  <a:cubicBezTo>
                    <a:pt x="8700" y="0"/>
                    <a:pt x="8666" y="4"/>
                    <a:pt x="8632" y="13"/>
                  </a:cubicBezTo>
                  <a:lnTo>
                    <a:pt x="2804" y="1651"/>
                  </a:lnTo>
                  <a:cubicBezTo>
                    <a:pt x="2615" y="1714"/>
                    <a:pt x="2489" y="1872"/>
                    <a:pt x="2489" y="2061"/>
                  </a:cubicBezTo>
                  <a:lnTo>
                    <a:pt x="2489" y="7637"/>
                  </a:lnTo>
                  <a:cubicBezTo>
                    <a:pt x="2268" y="7479"/>
                    <a:pt x="1985" y="7416"/>
                    <a:pt x="1670" y="7416"/>
                  </a:cubicBezTo>
                  <a:cubicBezTo>
                    <a:pt x="756" y="7416"/>
                    <a:pt x="0" y="8172"/>
                    <a:pt x="0" y="9055"/>
                  </a:cubicBezTo>
                  <a:cubicBezTo>
                    <a:pt x="0" y="9968"/>
                    <a:pt x="756" y="10724"/>
                    <a:pt x="1670" y="10724"/>
                  </a:cubicBezTo>
                  <a:cubicBezTo>
                    <a:pt x="2584" y="10724"/>
                    <a:pt x="3340" y="9968"/>
                    <a:pt x="3340" y="9055"/>
                  </a:cubicBezTo>
                  <a:lnTo>
                    <a:pt x="3340" y="3982"/>
                  </a:lnTo>
                  <a:lnTo>
                    <a:pt x="8317" y="2565"/>
                  </a:lnTo>
                  <a:lnTo>
                    <a:pt x="8317" y="5967"/>
                  </a:lnTo>
                  <a:cubicBezTo>
                    <a:pt x="8097" y="5810"/>
                    <a:pt x="7813" y="5715"/>
                    <a:pt x="7498" y="5715"/>
                  </a:cubicBezTo>
                  <a:cubicBezTo>
                    <a:pt x="6585" y="5715"/>
                    <a:pt x="5860" y="6471"/>
                    <a:pt x="5860" y="7385"/>
                  </a:cubicBezTo>
                  <a:cubicBezTo>
                    <a:pt x="5860" y="8267"/>
                    <a:pt x="6585" y="9023"/>
                    <a:pt x="7498" y="9023"/>
                  </a:cubicBezTo>
                  <a:cubicBezTo>
                    <a:pt x="8412" y="9023"/>
                    <a:pt x="9168" y="8267"/>
                    <a:pt x="9168" y="7385"/>
                  </a:cubicBezTo>
                  <a:lnTo>
                    <a:pt x="9168" y="359"/>
                  </a:lnTo>
                  <a:cubicBezTo>
                    <a:pt x="9137" y="296"/>
                    <a:pt x="9105" y="170"/>
                    <a:pt x="8979" y="76"/>
                  </a:cubicBezTo>
                  <a:cubicBezTo>
                    <a:pt x="8910" y="30"/>
                    <a:pt x="8824" y="0"/>
                    <a:pt x="8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4"/>
            <p:cNvSpPr/>
            <p:nvPr/>
          </p:nvSpPr>
          <p:spPr>
            <a:xfrm>
              <a:off x="-9157450" y="1622750"/>
              <a:ext cx="164625" cy="249850"/>
            </a:xfrm>
            <a:custGeom>
              <a:rect b="b" l="l" r="r" t="t"/>
              <a:pathLst>
                <a:path extrusionOk="0" h="9994" w="6585">
                  <a:moveTo>
                    <a:pt x="1607" y="7473"/>
                  </a:moveTo>
                  <a:cubicBezTo>
                    <a:pt x="2080" y="7473"/>
                    <a:pt x="2458" y="7819"/>
                    <a:pt x="2458" y="8292"/>
                  </a:cubicBezTo>
                  <a:cubicBezTo>
                    <a:pt x="2458" y="8765"/>
                    <a:pt x="2048" y="9143"/>
                    <a:pt x="1607" y="9143"/>
                  </a:cubicBezTo>
                  <a:cubicBezTo>
                    <a:pt x="1135" y="9143"/>
                    <a:pt x="788" y="8765"/>
                    <a:pt x="788" y="8292"/>
                  </a:cubicBezTo>
                  <a:cubicBezTo>
                    <a:pt x="788" y="7819"/>
                    <a:pt x="1135" y="7473"/>
                    <a:pt x="1607" y="7473"/>
                  </a:cubicBezTo>
                  <a:close/>
                  <a:moveTo>
                    <a:pt x="2922" y="0"/>
                  </a:moveTo>
                  <a:cubicBezTo>
                    <a:pt x="2874" y="0"/>
                    <a:pt x="2825" y="12"/>
                    <a:pt x="2773" y="38"/>
                  </a:cubicBezTo>
                  <a:cubicBezTo>
                    <a:pt x="2615" y="69"/>
                    <a:pt x="2489" y="227"/>
                    <a:pt x="2489" y="416"/>
                  </a:cubicBezTo>
                  <a:lnTo>
                    <a:pt x="2489" y="6906"/>
                  </a:lnTo>
                  <a:cubicBezTo>
                    <a:pt x="2237" y="6748"/>
                    <a:pt x="1985" y="6685"/>
                    <a:pt x="1670" y="6685"/>
                  </a:cubicBezTo>
                  <a:cubicBezTo>
                    <a:pt x="756" y="6685"/>
                    <a:pt x="0" y="7441"/>
                    <a:pt x="0" y="8355"/>
                  </a:cubicBezTo>
                  <a:cubicBezTo>
                    <a:pt x="0" y="9237"/>
                    <a:pt x="756" y="9993"/>
                    <a:pt x="1670" y="9993"/>
                  </a:cubicBezTo>
                  <a:cubicBezTo>
                    <a:pt x="2552" y="9993"/>
                    <a:pt x="3308" y="9237"/>
                    <a:pt x="3308" y="8355"/>
                  </a:cubicBezTo>
                  <a:lnTo>
                    <a:pt x="3308" y="1739"/>
                  </a:lnTo>
                  <a:cubicBezTo>
                    <a:pt x="3812" y="2369"/>
                    <a:pt x="4443" y="2999"/>
                    <a:pt x="5293" y="3566"/>
                  </a:cubicBezTo>
                  <a:cubicBezTo>
                    <a:pt x="5608" y="3818"/>
                    <a:pt x="5797" y="4165"/>
                    <a:pt x="5797" y="4574"/>
                  </a:cubicBezTo>
                  <a:cubicBezTo>
                    <a:pt x="5797" y="5236"/>
                    <a:pt x="5230" y="5835"/>
                    <a:pt x="4569" y="5835"/>
                  </a:cubicBezTo>
                  <a:cubicBezTo>
                    <a:pt x="4348" y="5835"/>
                    <a:pt x="4190" y="6024"/>
                    <a:pt x="4190" y="6244"/>
                  </a:cubicBezTo>
                  <a:cubicBezTo>
                    <a:pt x="4190" y="6496"/>
                    <a:pt x="4380" y="6654"/>
                    <a:pt x="4569" y="6654"/>
                  </a:cubicBezTo>
                  <a:cubicBezTo>
                    <a:pt x="5640" y="6654"/>
                    <a:pt x="6585" y="5740"/>
                    <a:pt x="6585" y="4606"/>
                  </a:cubicBezTo>
                  <a:cubicBezTo>
                    <a:pt x="6585" y="3944"/>
                    <a:pt x="6270" y="3314"/>
                    <a:pt x="5766" y="2936"/>
                  </a:cubicBezTo>
                  <a:cubicBezTo>
                    <a:pt x="4852" y="2275"/>
                    <a:pt x="4190" y="1613"/>
                    <a:pt x="3718" y="888"/>
                  </a:cubicBezTo>
                  <a:lnTo>
                    <a:pt x="3245" y="195"/>
                  </a:lnTo>
                  <a:cubicBezTo>
                    <a:pt x="3154" y="81"/>
                    <a:pt x="3046" y="0"/>
                    <a:pt x="2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8" name="Google Shape;1008;p34"/>
          <p:cNvSpPr txBox="1"/>
          <p:nvPr/>
        </p:nvSpPr>
        <p:spPr>
          <a:xfrm>
            <a:off x="3302250" y="4496350"/>
            <a:ext cx="6804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Bouton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09" name="Google Shape;1009;p34"/>
          <p:cNvSpPr txBox="1"/>
          <p:nvPr/>
        </p:nvSpPr>
        <p:spPr>
          <a:xfrm>
            <a:off x="2526775" y="4602875"/>
            <a:ext cx="775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Joystick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10" name="Google Shape;1010;p34"/>
          <p:cNvSpPr txBox="1"/>
          <p:nvPr/>
        </p:nvSpPr>
        <p:spPr>
          <a:xfrm>
            <a:off x="-2139350" y="3746750"/>
            <a:ext cx="775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Joystick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11" name="Google Shape;1011;p34"/>
          <p:cNvSpPr txBox="1"/>
          <p:nvPr/>
        </p:nvSpPr>
        <p:spPr>
          <a:xfrm>
            <a:off x="6025250" y="4479550"/>
            <a:ext cx="1669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Écran LED LCD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12" name="Google Shape;1012;p34"/>
          <p:cNvSpPr txBox="1"/>
          <p:nvPr/>
        </p:nvSpPr>
        <p:spPr>
          <a:xfrm>
            <a:off x="4916975" y="2279350"/>
            <a:ext cx="1669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Écran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13" name="Google Shape;1013;p34"/>
          <p:cNvSpPr txBox="1"/>
          <p:nvPr/>
        </p:nvSpPr>
        <p:spPr>
          <a:xfrm>
            <a:off x="1682025" y="2728438"/>
            <a:ext cx="1669500" cy="3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Sortie de son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5"/>
          <p:cNvSpPr txBox="1"/>
          <p:nvPr>
            <p:ph type="title"/>
          </p:nvPr>
        </p:nvSpPr>
        <p:spPr>
          <a:xfrm>
            <a:off x="1838400" y="476400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Du Projet</a:t>
            </a:r>
            <a:endParaRPr sz="2700"/>
          </a:p>
        </p:txBody>
      </p:sp>
      <p:grpSp>
        <p:nvGrpSpPr>
          <p:cNvPr id="1019" name="Google Shape;1019;p35"/>
          <p:cNvGrpSpPr/>
          <p:nvPr/>
        </p:nvGrpSpPr>
        <p:grpSpPr>
          <a:xfrm>
            <a:off x="6146763" y="1043788"/>
            <a:ext cx="2194050" cy="492650"/>
            <a:chOff x="2955425" y="3449950"/>
            <a:chExt cx="2194050" cy="492650"/>
          </a:xfrm>
        </p:grpSpPr>
        <p:sp>
          <p:nvSpPr>
            <p:cNvPr id="1020" name="Google Shape;1020;p35"/>
            <p:cNvSpPr/>
            <p:nvPr/>
          </p:nvSpPr>
          <p:spPr>
            <a:xfrm>
              <a:off x="2955425" y="3449950"/>
              <a:ext cx="2194050" cy="492650"/>
            </a:xfrm>
            <a:custGeom>
              <a:rect b="b" l="l" r="r" t="t"/>
              <a:pathLst>
                <a:path extrusionOk="0" h="19706" w="87762">
                  <a:moveTo>
                    <a:pt x="50149" y="1"/>
                  </a:moveTo>
                  <a:lnTo>
                    <a:pt x="50149" y="1811"/>
                  </a:lnTo>
                  <a:lnTo>
                    <a:pt x="46566" y="1811"/>
                  </a:lnTo>
                  <a:lnTo>
                    <a:pt x="46566" y="3680"/>
                  </a:lnTo>
                  <a:lnTo>
                    <a:pt x="44780" y="3680"/>
                  </a:lnTo>
                  <a:lnTo>
                    <a:pt x="44780" y="5382"/>
                  </a:lnTo>
                  <a:lnTo>
                    <a:pt x="41196" y="5382"/>
                  </a:lnTo>
                  <a:lnTo>
                    <a:pt x="41196" y="7180"/>
                  </a:lnTo>
                  <a:lnTo>
                    <a:pt x="39410" y="7180"/>
                  </a:lnTo>
                  <a:lnTo>
                    <a:pt x="39410" y="10752"/>
                  </a:lnTo>
                  <a:lnTo>
                    <a:pt x="35826" y="10752"/>
                  </a:lnTo>
                  <a:lnTo>
                    <a:pt x="35826" y="7180"/>
                  </a:lnTo>
                  <a:lnTo>
                    <a:pt x="34040" y="7180"/>
                  </a:lnTo>
                  <a:lnTo>
                    <a:pt x="34040" y="5382"/>
                  </a:lnTo>
                  <a:lnTo>
                    <a:pt x="32230" y="5382"/>
                  </a:lnTo>
                  <a:lnTo>
                    <a:pt x="32230" y="3680"/>
                  </a:lnTo>
                  <a:lnTo>
                    <a:pt x="25075" y="3597"/>
                  </a:lnTo>
                  <a:lnTo>
                    <a:pt x="25075" y="5382"/>
                  </a:lnTo>
                  <a:lnTo>
                    <a:pt x="19705" y="5382"/>
                  </a:lnTo>
                  <a:lnTo>
                    <a:pt x="19705" y="7180"/>
                  </a:lnTo>
                  <a:lnTo>
                    <a:pt x="16121" y="7180"/>
                  </a:lnTo>
                  <a:lnTo>
                    <a:pt x="16121" y="8966"/>
                  </a:lnTo>
                  <a:lnTo>
                    <a:pt x="14335" y="8966"/>
                  </a:lnTo>
                  <a:lnTo>
                    <a:pt x="14335" y="10752"/>
                  </a:lnTo>
                  <a:lnTo>
                    <a:pt x="12526" y="10752"/>
                  </a:lnTo>
                  <a:lnTo>
                    <a:pt x="12526" y="12550"/>
                  </a:lnTo>
                  <a:lnTo>
                    <a:pt x="7156" y="12550"/>
                  </a:lnTo>
                  <a:lnTo>
                    <a:pt x="7156" y="14336"/>
                  </a:lnTo>
                  <a:lnTo>
                    <a:pt x="5370" y="14336"/>
                  </a:lnTo>
                  <a:lnTo>
                    <a:pt x="5370" y="16122"/>
                  </a:lnTo>
                  <a:lnTo>
                    <a:pt x="1786" y="16122"/>
                  </a:lnTo>
                  <a:lnTo>
                    <a:pt x="1786" y="17920"/>
                  </a:lnTo>
                  <a:lnTo>
                    <a:pt x="0" y="17920"/>
                  </a:lnTo>
                  <a:lnTo>
                    <a:pt x="0" y="19706"/>
                  </a:lnTo>
                  <a:lnTo>
                    <a:pt x="87761" y="19706"/>
                  </a:lnTo>
                  <a:lnTo>
                    <a:pt x="87761" y="17920"/>
                  </a:lnTo>
                  <a:lnTo>
                    <a:pt x="80605" y="17920"/>
                  </a:lnTo>
                  <a:lnTo>
                    <a:pt x="80605" y="16122"/>
                  </a:lnTo>
                  <a:lnTo>
                    <a:pt x="78808" y="16122"/>
                  </a:lnTo>
                  <a:lnTo>
                    <a:pt x="78808" y="14336"/>
                  </a:lnTo>
                  <a:lnTo>
                    <a:pt x="75236" y="14336"/>
                  </a:lnTo>
                  <a:lnTo>
                    <a:pt x="75236" y="12550"/>
                  </a:lnTo>
                  <a:lnTo>
                    <a:pt x="71640" y="12550"/>
                  </a:lnTo>
                  <a:lnTo>
                    <a:pt x="71640" y="10752"/>
                  </a:lnTo>
                  <a:lnTo>
                    <a:pt x="69854" y="10752"/>
                  </a:lnTo>
                  <a:lnTo>
                    <a:pt x="69854" y="7180"/>
                  </a:lnTo>
                  <a:lnTo>
                    <a:pt x="66270" y="7180"/>
                  </a:lnTo>
                  <a:lnTo>
                    <a:pt x="66270" y="5382"/>
                  </a:lnTo>
                  <a:lnTo>
                    <a:pt x="62687" y="5382"/>
                  </a:lnTo>
                  <a:lnTo>
                    <a:pt x="62687" y="3597"/>
                  </a:lnTo>
                  <a:lnTo>
                    <a:pt x="60901" y="3597"/>
                  </a:lnTo>
                  <a:lnTo>
                    <a:pt x="60901" y="1811"/>
                  </a:lnTo>
                  <a:lnTo>
                    <a:pt x="57317" y="1811"/>
                  </a:lnTo>
                  <a:lnTo>
                    <a:pt x="573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2955425" y="3718750"/>
              <a:ext cx="2194050" cy="223850"/>
            </a:xfrm>
            <a:custGeom>
              <a:rect b="b" l="l" r="r" t="t"/>
              <a:pathLst>
                <a:path extrusionOk="0" h="8954" w="87762">
                  <a:moveTo>
                    <a:pt x="12526" y="0"/>
                  </a:moveTo>
                  <a:lnTo>
                    <a:pt x="12526" y="1798"/>
                  </a:lnTo>
                  <a:lnTo>
                    <a:pt x="7156" y="1798"/>
                  </a:lnTo>
                  <a:lnTo>
                    <a:pt x="7156" y="3584"/>
                  </a:lnTo>
                  <a:lnTo>
                    <a:pt x="5370" y="3584"/>
                  </a:lnTo>
                  <a:lnTo>
                    <a:pt x="5370" y="5370"/>
                  </a:lnTo>
                  <a:lnTo>
                    <a:pt x="1786" y="5370"/>
                  </a:lnTo>
                  <a:lnTo>
                    <a:pt x="1786" y="7168"/>
                  </a:lnTo>
                  <a:lnTo>
                    <a:pt x="0" y="7168"/>
                  </a:lnTo>
                  <a:lnTo>
                    <a:pt x="0" y="8954"/>
                  </a:lnTo>
                  <a:lnTo>
                    <a:pt x="87761" y="8954"/>
                  </a:lnTo>
                  <a:lnTo>
                    <a:pt x="87761" y="7168"/>
                  </a:lnTo>
                  <a:lnTo>
                    <a:pt x="80605" y="7168"/>
                  </a:lnTo>
                  <a:lnTo>
                    <a:pt x="80605" y="5370"/>
                  </a:lnTo>
                  <a:lnTo>
                    <a:pt x="78808" y="5370"/>
                  </a:lnTo>
                  <a:lnTo>
                    <a:pt x="78808" y="3584"/>
                  </a:lnTo>
                  <a:lnTo>
                    <a:pt x="75236" y="3584"/>
                  </a:lnTo>
                  <a:lnTo>
                    <a:pt x="75236" y="1798"/>
                  </a:lnTo>
                  <a:lnTo>
                    <a:pt x="71640" y="1798"/>
                  </a:lnTo>
                  <a:lnTo>
                    <a:pt x="71640" y="0"/>
                  </a:lnTo>
                  <a:lnTo>
                    <a:pt x="69854" y="0"/>
                  </a:lnTo>
                  <a:lnTo>
                    <a:pt x="69854" y="3584"/>
                  </a:lnTo>
                  <a:lnTo>
                    <a:pt x="73426" y="3584"/>
                  </a:lnTo>
                  <a:lnTo>
                    <a:pt x="73426" y="5370"/>
                  </a:lnTo>
                  <a:lnTo>
                    <a:pt x="75236" y="5370"/>
                  </a:lnTo>
                  <a:lnTo>
                    <a:pt x="75236" y="7168"/>
                  </a:lnTo>
                  <a:lnTo>
                    <a:pt x="66270" y="7168"/>
                  </a:lnTo>
                  <a:lnTo>
                    <a:pt x="66270" y="5370"/>
                  </a:lnTo>
                  <a:lnTo>
                    <a:pt x="62687" y="5370"/>
                  </a:lnTo>
                  <a:lnTo>
                    <a:pt x="62687" y="3584"/>
                  </a:lnTo>
                  <a:lnTo>
                    <a:pt x="59103" y="3584"/>
                  </a:lnTo>
                  <a:lnTo>
                    <a:pt x="59103" y="5370"/>
                  </a:lnTo>
                  <a:lnTo>
                    <a:pt x="51935" y="5370"/>
                  </a:lnTo>
                  <a:lnTo>
                    <a:pt x="51935" y="7168"/>
                  </a:lnTo>
                  <a:lnTo>
                    <a:pt x="34040" y="7168"/>
                  </a:lnTo>
                  <a:lnTo>
                    <a:pt x="34040" y="5370"/>
                  </a:lnTo>
                  <a:lnTo>
                    <a:pt x="30444" y="5370"/>
                  </a:lnTo>
                  <a:lnTo>
                    <a:pt x="30444" y="3584"/>
                  </a:lnTo>
                  <a:lnTo>
                    <a:pt x="25075" y="3584"/>
                  </a:lnTo>
                  <a:lnTo>
                    <a:pt x="25075" y="5370"/>
                  </a:lnTo>
                  <a:lnTo>
                    <a:pt x="21491" y="5370"/>
                  </a:lnTo>
                  <a:lnTo>
                    <a:pt x="21491" y="7168"/>
                  </a:lnTo>
                  <a:lnTo>
                    <a:pt x="17919" y="7168"/>
                  </a:lnTo>
                  <a:lnTo>
                    <a:pt x="17919" y="3584"/>
                  </a:lnTo>
                  <a:lnTo>
                    <a:pt x="16121" y="3584"/>
                  </a:lnTo>
                  <a:lnTo>
                    <a:pt x="16121" y="1798"/>
                  </a:lnTo>
                  <a:lnTo>
                    <a:pt x="14335" y="1798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3940650" y="3584500"/>
              <a:ext cx="268525" cy="179200"/>
            </a:xfrm>
            <a:custGeom>
              <a:rect b="b" l="l" r="r" t="t"/>
              <a:pathLst>
                <a:path extrusionOk="0" h="7168" w="10741">
                  <a:moveTo>
                    <a:pt x="1787" y="0"/>
                  </a:moveTo>
                  <a:lnTo>
                    <a:pt x="1787" y="1798"/>
                  </a:lnTo>
                  <a:lnTo>
                    <a:pt x="1" y="1798"/>
                  </a:lnTo>
                  <a:lnTo>
                    <a:pt x="1" y="5370"/>
                  </a:lnTo>
                  <a:lnTo>
                    <a:pt x="5371" y="5370"/>
                  </a:lnTo>
                  <a:lnTo>
                    <a:pt x="5371" y="7168"/>
                  </a:lnTo>
                  <a:lnTo>
                    <a:pt x="10740" y="7168"/>
                  </a:lnTo>
                  <a:lnTo>
                    <a:pt x="10740" y="5370"/>
                  </a:lnTo>
                  <a:lnTo>
                    <a:pt x="7157" y="5370"/>
                  </a:lnTo>
                  <a:lnTo>
                    <a:pt x="7157" y="3584"/>
                  </a:lnTo>
                  <a:lnTo>
                    <a:pt x="3573" y="358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3" name="Google Shape;1023;p35"/>
          <p:cNvGrpSpPr/>
          <p:nvPr/>
        </p:nvGrpSpPr>
        <p:grpSpPr>
          <a:xfrm>
            <a:off x="1448588" y="853950"/>
            <a:ext cx="1078193" cy="350449"/>
            <a:chOff x="1465950" y="1531275"/>
            <a:chExt cx="1078193" cy="350449"/>
          </a:xfrm>
        </p:grpSpPr>
        <p:sp>
          <p:nvSpPr>
            <p:cNvPr id="1024" name="Google Shape;1024;p35"/>
            <p:cNvSpPr/>
            <p:nvPr/>
          </p:nvSpPr>
          <p:spPr>
            <a:xfrm>
              <a:off x="1465950" y="1531275"/>
              <a:ext cx="1078193" cy="350448"/>
            </a:xfrm>
            <a:custGeom>
              <a:rect b="b" l="l" r="r" t="t"/>
              <a:pathLst>
                <a:path extrusionOk="0" h="7740" w="23813">
                  <a:moveTo>
                    <a:pt x="10716" y="0"/>
                  </a:moveTo>
                  <a:lnTo>
                    <a:pt x="10716" y="596"/>
                  </a:lnTo>
                  <a:lnTo>
                    <a:pt x="10121" y="596"/>
                  </a:lnTo>
                  <a:lnTo>
                    <a:pt x="10121" y="1191"/>
                  </a:lnTo>
                  <a:lnTo>
                    <a:pt x="9525" y="1191"/>
                  </a:lnTo>
                  <a:lnTo>
                    <a:pt x="9525" y="2382"/>
                  </a:lnTo>
                  <a:lnTo>
                    <a:pt x="8335" y="2382"/>
                  </a:lnTo>
                  <a:lnTo>
                    <a:pt x="8335" y="1786"/>
                  </a:lnTo>
                  <a:lnTo>
                    <a:pt x="5953" y="1786"/>
                  </a:lnTo>
                  <a:lnTo>
                    <a:pt x="5953" y="2382"/>
                  </a:lnTo>
                  <a:lnTo>
                    <a:pt x="5358" y="2382"/>
                  </a:lnTo>
                  <a:lnTo>
                    <a:pt x="5358" y="3572"/>
                  </a:lnTo>
                  <a:lnTo>
                    <a:pt x="4167" y="3572"/>
                  </a:lnTo>
                  <a:lnTo>
                    <a:pt x="4167" y="4167"/>
                  </a:lnTo>
                  <a:lnTo>
                    <a:pt x="3572" y="4167"/>
                  </a:lnTo>
                  <a:lnTo>
                    <a:pt x="3572" y="4763"/>
                  </a:lnTo>
                  <a:lnTo>
                    <a:pt x="2977" y="4763"/>
                  </a:lnTo>
                  <a:lnTo>
                    <a:pt x="2977" y="5358"/>
                  </a:lnTo>
                  <a:lnTo>
                    <a:pt x="1786" y="5358"/>
                  </a:lnTo>
                  <a:lnTo>
                    <a:pt x="1786" y="5953"/>
                  </a:lnTo>
                  <a:lnTo>
                    <a:pt x="0" y="5953"/>
                  </a:lnTo>
                  <a:lnTo>
                    <a:pt x="0" y="6549"/>
                  </a:lnTo>
                  <a:lnTo>
                    <a:pt x="1786" y="6549"/>
                  </a:lnTo>
                  <a:lnTo>
                    <a:pt x="1786" y="7144"/>
                  </a:lnTo>
                  <a:lnTo>
                    <a:pt x="2977" y="7144"/>
                  </a:lnTo>
                  <a:lnTo>
                    <a:pt x="2977" y="7739"/>
                  </a:lnTo>
                  <a:lnTo>
                    <a:pt x="23813" y="7739"/>
                  </a:lnTo>
                  <a:lnTo>
                    <a:pt x="23813" y="7144"/>
                  </a:lnTo>
                  <a:lnTo>
                    <a:pt x="22027" y="7144"/>
                  </a:lnTo>
                  <a:lnTo>
                    <a:pt x="22027" y="6549"/>
                  </a:lnTo>
                  <a:lnTo>
                    <a:pt x="20836" y="6549"/>
                  </a:lnTo>
                  <a:lnTo>
                    <a:pt x="20836" y="5953"/>
                  </a:lnTo>
                  <a:lnTo>
                    <a:pt x="19646" y="5953"/>
                  </a:lnTo>
                  <a:lnTo>
                    <a:pt x="19646" y="4763"/>
                  </a:lnTo>
                  <a:lnTo>
                    <a:pt x="19050" y="4763"/>
                  </a:lnTo>
                  <a:lnTo>
                    <a:pt x="19050" y="4167"/>
                  </a:lnTo>
                  <a:lnTo>
                    <a:pt x="18455" y="4167"/>
                  </a:lnTo>
                  <a:lnTo>
                    <a:pt x="18455" y="3572"/>
                  </a:lnTo>
                  <a:lnTo>
                    <a:pt x="16669" y="3572"/>
                  </a:lnTo>
                  <a:lnTo>
                    <a:pt x="16669" y="2977"/>
                  </a:lnTo>
                  <a:lnTo>
                    <a:pt x="15478" y="2977"/>
                  </a:lnTo>
                  <a:lnTo>
                    <a:pt x="15478" y="1786"/>
                  </a:lnTo>
                  <a:lnTo>
                    <a:pt x="14883" y="1786"/>
                  </a:lnTo>
                  <a:lnTo>
                    <a:pt x="14883" y="1191"/>
                  </a:lnTo>
                  <a:lnTo>
                    <a:pt x="14288" y="1191"/>
                  </a:lnTo>
                  <a:lnTo>
                    <a:pt x="14288" y="596"/>
                  </a:lnTo>
                  <a:lnTo>
                    <a:pt x="12502" y="596"/>
                  </a:lnTo>
                  <a:lnTo>
                    <a:pt x="125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5"/>
            <p:cNvSpPr/>
            <p:nvPr/>
          </p:nvSpPr>
          <p:spPr>
            <a:xfrm>
              <a:off x="1465950" y="1719947"/>
              <a:ext cx="1078193" cy="161777"/>
            </a:xfrm>
            <a:custGeom>
              <a:rect b="b" l="l" r="r" t="t"/>
              <a:pathLst>
                <a:path extrusionOk="0" h="3573" w="23813">
                  <a:moveTo>
                    <a:pt x="18455" y="0"/>
                  </a:moveTo>
                  <a:lnTo>
                    <a:pt x="18455" y="1786"/>
                  </a:lnTo>
                  <a:lnTo>
                    <a:pt x="17264" y="1786"/>
                  </a:lnTo>
                  <a:lnTo>
                    <a:pt x="17264" y="2382"/>
                  </a:lnTo>
                  <a:lnTo>
                    <a:pt x="16074" y="2382"/>
                  </a:lnTo>
                  <a:lnTo>
                    <a:pt x="16074" y="2977"/>
                  </a:lnTo>
                  <a:lnTo>
                    <a:pt x="8930" y="2977"/>
                  </a:lnTo>
                  <a:lnTo>
                    <a:pt x="8930" y="2382"/>
                  </a:lnTo>
                  <a:lnTo>
                    <a:pt x="7739" y="2382"/>
                  </a:lnTo>
                  <a:lnTo>
                    <a:pt x="7739" y="1786"/>
                  </a:lnTo>
                  <a:lnTo>
                    <a:pt x="4763" y="1786"/>
                  </a:lnTo>
                  <a:lnTo>
                    <a:pt x="4763" y="1191"/>
                  </a:lnTo>
                  <a:lnTo>
                    <a:pt x="3572" y="1191"/>
                  </a:lnTo>
                  <a:lnTo>
                    <a:pt x="3572" y="596"/>
                  </a:lnTo>
                  <a:lnTo>
                    <a:pt x="2977" y="596"/>
                  </a:lnTo>
                  <a:lnTo>
                    <a:pt x="2977" y="1191"/>
                  </a:lnTo>
                  <a:lnTo>
                    <a:pt x="1786" y="1191"/>
                  </a:lnTo>
                  <a:lnTo>
                    <a:pt x="1786" y="1786"/>
                  </a:lnTo>
                  <a:lnTo>
                    <a:pt x="0" y="1786"/>
                  </a:lnTo>
                  <a:lnTo>
                    <a:pt x="0" y="2382"/>
                  </a:lnTo>
                  <a:lnTo>
                    <a:pt x="1786" y="2382"/>
                  </a:lnTo>
                  <a:lnTo>
                    <a:pt x="1786" y="2977"/>
                  </a:lnTo>
                  <a:lnTo>
                    <a:pt x="2977" y="2977"/>
                  </a:lnTo>
                  <a:lnTo>
                    <a:pt x="2977" y="3572"/>
                  </a:lnTo>
                  <a:lnTo>
                    <a:pt x="23813" y="3572"/>
                  </a:lnTo>
                  <a:lnTo>
                    <a:pt x="23813" y="2977"/>
                  </a:lnTo>
                  <a:lnTo>
                    <a:pt x="22027" y="2977"/>
                  </a:lnTo>
                  <a:lnTo>
                    <a:pt x="22027" y="2382"/>
                  </a:lnTo>
                  <a:lnTo>
                    <a:pt x="20836" y="2382"/>
                  </a:lnTo>
                  <a:lnTo>
                    <a:pt x="20836" y="1786"/>
                  </a:lnTo>
                  <a:lnTo>
                    <a:pt x="19646" y="1786"/>
                  </a:lnTo>
                  <a:lnTo>
                    <a:pt x="19646" y="596"/>
                  </a:lnTo>
                  <a:lnTo>
                    <a:pt x="19050" y="596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5"/>
            <p:cNvSpPr/>
            <p:nvPr/>
          </p:nvSpPr>
          <p:spPr>
            <a:xfrm>
              <a:off x="1816355" y="1639081"/>
              <a:ext cx="161777" cy="80911"/>
            </a:xfrm>
            <a:custGeom>
              <a:rect b="b" l="l" r="r" t="t"/>
              <a:pathLst>
                <a:path extrusionOk="0" h="1787" w="3573">
                  <a:moveTo>
                    <a:pt x="596" y="1"/>
                  </a:moveTo>
                  <a:lnTo>
                    <a:pt x="596" y="596"/>
                  </a:lnTo>
                  <a:lnTo>
                    <a:pt x="0" y="596"/>
                  </a:lnTo>
                  <a:lnTo>
                    <a:pt x="0" y="1191"/>
                  </a:lnTo>
                  <a:lnTo>
                    <a:pt x="1786" y="1191"/>
                  </a:lnTo>
                  <a:lnTo>
                    <a:pt x="1786" y="1786"/>
                  </a:lnTo>
                  <a:lnTo>
                    <a:pt x="3572" y="1786"/>
                  </a:lnTo>
                  <a:lnTo>
                    <a:pt x="3572" y="1191"/>
                  </a:lnTo>
                  <a:lnTo>
                    <a:pt x="2382" y="1191"/>
                  </a:lnTo>
                  <a:lnTo>
                    <a:pt x="2382" y="596"/>
                  </a:lnTo>
                  <a:lnTo>
                    <a:pt x="1786" y="596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5"/>
            <p:cNvSpPr/>
            <p:nvPr/>
          </p:nvSpPr>
          <p:spPr>
            <a:xfrm>
              <a:off x="1978087" y="1719947"/>
              <a:ext cx="26985" cy="26985"/>
            </a:xfrm>
            <a:custGeom>
              <a:rect b="b" l="l" r="r" t="t"/>
              <a:pathLst>
                <a:path extrusionOk="0" h="596" w="596">
                  <a:moveTo>
                    <a:pt x="0" y="0"/>
                  </a:moveTo>
                  <a:lnTo>
                    <a:pt x="0" y="596"/>
                  </a:lnTo>
                  <a:lnTo>
                    <a:pt x="596" y="596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5"/>
            <p:cNvSpPr/>
            <p:nvPr/>
          </p:nvSpPr>
          <p:spPr>
            <a:xfrm>
              <a:off x="2058953" y="1666022"/>
              <a:ext cx="161777" cy="80911"/>
            </a:xfrm>
            <a:custGeom>
              <a:rect b="b" l="l" r="r" t="t"/>
              <a:pathLst>
                <a:path extrusionOk="0" h="1787" w="3573">
                  <a:moveTo>
                    <a:pt x="2977" y="1"/>
                  </a:moveTo>
                  <a:lnTo>
                    <a:pt x="2977" y="596"/>
                  </a:lnTo>
                  <a:lnTo>
                    <a:pt x="1191" y="596"/>
                  </a:lnTo>
                  <a:lnTo>
                    <a:pt x="1191" y="1191"/>
                  </a:lnTo>
                  <a:lnTo>
                    <a:pt x="0" y="1191"/>
                  </a:lnTo>
                  <a:lnTo>
                    <a:pt x="0" y="1787"/>
                  </a:lnTo>
                  <a:lnTo>
                    <a:pt x="1786" y="1787"/>
                  </a:lnTo>
                  <a:lnTo>
                    <a:pt x="1786" y="1191"/>
                  </a:lnTo>
                  <a:lnTo>
                    <a:pt x="3572" y="1191"/>
                  </a:lnTo>
                  <a:lnTo>
                    <a:pt x="3572" y="596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5"/>
            <p:cNvSpPr/>
            <p:nvPr/>
          </p:nvSpPr>
          <p:spPr>
            <a:xfrm>
              <a:off x="2031968" y="1746888"/>
              <a:ext cx="27031" cy="27031"/>
            </a:xfrm>
            <a:custGeom>
              <a:rect b="b" l="l" r="r" t="t"/>
              <a:pathLst>
                <a:path extrusionOk="0" h="597" w="597">
                  <a:moveTo>
                    <a:pt x="1" y="1"/>
                  </a:moveTo>
                  <a:lnTo>
                    <a:pt x="1" y="596"/>
                  </a:lnTo>
                  <a:lnTo>
                    <a:pt x="596" y="596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5"/>
            <p:cNvSpPr/>
            <p:nvPr/>
          </p:nvSpPr>
          <p:spPr>
            <a:xfrm>
              <a:off x="2005027" y="1773873"/>
              <a:ext cx="26985" cy="26985"/>
            </a:xfrm>
            <a:custGeom>
              <a:rect b="b" l="l" r="r" t="t"/>
              <a:pathLst>
                <a:path extrusionOk="0" h="596" w="596">
                  <a:moveTo>
                    <a:pt x="1" y="0"/>
                  </a:moveTo>
                  <a:lnTo>
                    <a:pt x="1" y="595"/>
                  </a:lnTo>
                  <a:lnTo>
                    <a:pt x="596" y="595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31" name="Google Shape;103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675" y="3235350"/>
            <a:ext cx="1683150" cy="15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49" y="3235350"/>
            <a:ext cx="1300009" cy="155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8175" y="1828475"/>
            <a:ext cx="2902174" cy="131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14700" y="2182974"/>
            <a:ext cx="3261950" cy="2175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5" name="Google Shape;1035;p35"/>
          <p:cNvGrpSpPr/>
          <p:nvPr/>
        </p:nvGrpSpPr>
        <p:grpSpPr>
          <a:xfrm>
            <a:off x="192075" y="2859713"/>
            <a:ext cx="288175" cy="375625"/>
            <a:chOff x="552600" y="3947000"/>
            <a:chExt cx="288175" cy="375625"/>
          </a:xfrm>
        </p:grpSpPr>
        <p:sp>
          <p:nvSpPr>
            <p:cNvPr id="1036" name="Google Shape;1036;p35"/>
            <p:cNvSpPr/>
            <p:nvPr/>
          </p:nvSpPr>
          <p:spPr>
            <a:xfrm>
              <a:off x="552600" y="3947000"/>
              <a:ext cx="120000" cy="110200"/>
            </a:xfrm>
            <a:custGeom>
              <a:rect b="b" l="l" r="r" t="t"/>
              <a:pathLst>
                <a:path extrusionOk="0" h="4408" w="4800">
                  <a:moveTo>
                    <a:pt x="2281" y="1"/>
                  </a:moveTo>
                  <a:cubicBezTo>
                    <a:pt x="1899" y="1"/>
                    <a:pt x="1523" y="96"/>
                    <a:pt x="1178" y="286"/>
                  </a:cubicBezTo>
                  <a:cubicBezTo>
                    <a:pt x="678" y="589"/>
                    <a:pt x="303" y="1053"/>
                    <a:pt x="161" y="1624"/>
                  </a:cubicBezTo>
                  <a:cubicBezTo>
                    <a:pt x="0" y="2195"/>
                    <a:pt x="89" y="2784"/>
                    <a:pt x="375" y="3302"/>
                  </a:cubicBezTo>
                  <a:cubicBezTo>
                    <a:pt x="785" y="3997"/>
                    <a:pt x="1517" y="4408"/>
                    <a:pt x="2284" y="4408"/>
                  </a:cubicBezTo>
                  <a:cubicBezTo>
                    <a:pt x="2659" y="4408"/>
                    <a:pt x="3033" y="4301"/>
                    <a:pt x="3390" y="4104"/>
                  </a:cubicBezTo>
                  <a:cubicBezTo>
                    <a:pt x="4443" y="3498"/>
                    <a:pt x="4800" y="2142"/>
                    <a:pt x="4193" y="1107"/>
                  </a:cubicBezTo>
                  <a:cubicBezTo>
                    <a:pt x="3890" y="589"/>
                    <a:pt x="3426" y="233"/>
                    <a:pt x="2855" y="72"/>
                  </a:cubicBezTo>
                  <a:cubicBezTo>
                    <a:pt x="2665" y="24"/>
                    <a:pt x="2472" y="1"/>
                    <a:pt x="2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5"/>
            <p:cNvSpPr/>
            <p:nvPr/>
          </p:nvSpPr>
          <p:spPr>
            <a:xfrm>
              <a:off x="554825" y="4249425"/>
              <a:ext cx="285950" cy="73200"/>
            </a:xfrm>
            <a:custGeom>
              <a:rect b="b" l="l" r="r" t="t"/>
              <a:pathLst>
                <a:path extrusionOk="0" h="2928" w="11438">
                  <a:moveTo>
                    <a:pt x="1321" y="1"/>
                  </a:moveTo>
                  <a:cubicBezTo>
                    <a:pt x="589" y="1"/>
                    <a:pt x="0" y="590"/>
                    <a:pt x="0" y="1321"/>
                  </a:cubicBezTo>
                  <a:lnTo>
                    <a:pt x="0" y="2481"/>
                  </a:lnTo>
                  <a:cubicBezTo>
                    <a:pt x="0" y="2731"/>
                    <a:pt x="197" y="2927"/>
                    <a:pt x="429" y="2927"/>
                  </a:cubicBezTo>
                  <a:lnTo>
                    <a:pt x="10991" y="2927"/>
                  </a:lnTo>
                  <a:cubicBezTo>
                    <a:pt x="11241" y="2927"/>
                    <a:pt x="11437" y="2731"/>
                    <a:pt x="11437" y="2481"/>
                  </a:cubicBezTo>
                  <a:lnTo>
                    <a:pt x="11437" y="1321"/>
                  </a:lnTo>
                  <a:cubicBezTo>
                    <a:pt x="11437" y="590"/>
                    <a:pt x="10849" y="1"/>
                    <a:pt x="10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5"/>
            <p:cNvSpPr/>
            <p:nvPr/>
          </p:nvSpPr>
          <p:spPr>
            <a:xfrm>
              <a:off x="591400" y="4153975"/>
              <a:ext cx="212800" cy="72725"/>
            </a:xfrm>
            <a:custGeom>
              <a:rect b="b" l="l" r="r" t="t"/>
              <a:pathLst>
                <a:path extrusionOk="0" h="2909" w="8512">
                  <a:moveTo>
                    <a:pt x="1321" y="1"/>
                  </a:moveTo>
                  <a:cubicBezTo>
                    <a:pt x="589" y="1"/>
                    <a:pt x="0" y="589"/>
                    <a:pt x="0" y="1321"/>
                  </a:cubicBezTo>
                  <a:lnTo>
                    <a:pt x="0" y="2909"/>
                  </a:lnTo>
                  <a:lnTo>
                    <a:pt x="8511" y="2909"/>
                  </a:lnTo>
                  <a:lnTo>
                    <a:pt x="8511" y="1321"/>
                  </a:lnTo>
                  <a:cubicBezTo>
                    <a:pt x="8511" y="589"/>
                    <a:pt x="7923" y="1"/>
                    <a:pt x="7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5"/>
            <p:cNvSpPr/>
            <p:nvPr/>
          </p:nvSpPr>
          <p:spPr>
            <a:xfrm>
              <a:off x="615925" y="4045575"/>
              <a:ext cx="106650" cy="86125"/>
            </a:xfrm>
            <a:custGeom>
              <a:rect b="b" l="l" r="r" t="t"/>
              <a:pathLst>
                <a:path extrusionOk="0" h="3445" w="4266">
                  <a:moveTo>
                    <a:pt x="2285" y="1"/>
                  </a:moveTo>
                  <a:cubicBezTo>
                    <a:pt x="2035" y="376"/>
                    <a:pt x="1696" y="697"/>
                    <a:pt x="1285" y="929"/>
                  </a:cubicBezTo>
                  <a:cubicBezTo>
                    <a:pt x="893" y="1161"/>
                    <a:pt x="447" y="1286"/>
                    <a:pt x="1" y="1321"/>
                  </a:cubicBezTo>
                  <a:lnTo>
                    <a:pt x="1232" y="3444"/>
                  </a:lnTo>
                  <a:lnTo>
                    <a:pt x="4265" y="3444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0" name="Google Shape;1040;p35"/>
          <p:cNvSpPr txBox="1"/>
          <p:nvPr/>
        </p:nvSpPr>
        <p:spPr>
          <a:xfrm>
            <a:off x="904725" y="1401075"/>
            <a:ext cx="3224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1.  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Capteurs et Interaction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36"/>
          <p:cNvSpPr txBox="1"/>
          <p:nvPr>
            <p:ph type="title"/>
          </p:nvPr>
        </p:nvSpPr>
        <p:spPr>
          <a:xfrm>
            <a:off x="1838400" y="476400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Du Projet</a:t>
            </a:r>
            <a:endParaRPr sz="2700"/>
          </a:p>
        </p:txBody>
      </p:sp>
      <p:sp>
        <p:nvSpPr>
          <p:cNvPr id="1046" name="Google Shape;1046;p36"/>
          <p:cNvSpPr txBox="1"/>
          <p:nvPr/>
        </p:nvSpPr>
        <p:spPr>
          <a:xfrm>
            <a:off x="904725" y="1401075"/>
            <a:ext cx="3224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2.  Les 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assets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1047" name="Google Shape;10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813" y="1624375"/>
            <a:ext cx="4710375" cy="31601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8" name="Google Shape;1048;p36"/>
          <p:cNvGrpSpPr/>
          <p:nvPr/>
        </p:nvGrpSpPr>
        <p:grpSpPr>
          <a:xfrm>
            <a:off x="6865863" y="183863"/>
            <a:ext cx="2194050" cy="492650"/>
            <a:chOff x="2955425" y="3449950"/>
            <a:chExt cx="2194050" cy="492650"/>
          </a:xfrm>
        </p:grpSpPr>
        <p:sp>
          <p:nvSpPr>
            <p:cNvPr id="1049" name="Google Shape;1049;p36"/>
            <p:cNvSpPr/>
            <p:nvPr/>
          </p:nvSpPr>
          <p:spPr>
            <a:xfrm>
              <a:off x="2955425" y="3449950"/>
              <a:ext cx="2194050" cy="492650"/>
            </a:xfrm>
            <a:custGeom>
              <a:rect b="b" l="l" r="r" t="t"/>
              <a:pathLst>
                <a:path extrusionOk="0" h="19706" w="87762">
                  <a:moveTo>
                    <a:pt x="50149" y="1"/>
                  </a:moveTo>
                  <a:lnTo>
                    <a:pt x="50149" y="1811"/>
                  </a:lnTo>
                  <a:lnTo>
                    <a:pt x="46566" y="1811"/>
                  </a:lnTo>
                  <a:lnTo>
                    <a:pt x="46566" y="3680"/>
                  </a:lnTo>
                  <a:lnTo>
                    <a:pt x="44780" y="3680"/>
                  </a:lnTo>
                  <a:lnTo>
                    <a:pt x="44780" y="5382"/>
                  </a:lnTo>
                  <a:lnTo>
                    <a:pt x="41196" y="5382"/>
                  </a:lnTo>
                  <a:lnTo>
                    <a:pt x="41196" y="7180"/>
                  </a:lnTo>
                  <a:lnTo>
                    <a:pt x="39410" y="7180"/>
                  </a:lnTo>
                  <a:lnTo>
                    <a:pt x="39410" y="10752"/>
                  </a:lnTo>
                  <a:lnTo>
                    <a:pt x="35826" y="10752"/>
                  </a:lnTo>
                  <a:lnTo>
                    <a:pt x="35826" y="7180"/>
                  </a:lnTo>
                  <a:lnTo>
                    <a:pt x="34040" y="7180"/>
                  </a:lnTo>
                  <a:lnTo>
                    <a:pt x="34040" y="5382"/>
                  </a:lnTo>
                  <a:lnTo>
                    <a:pt x="32230" y="5382"/>
                  </a:lnTo>
                  <a:lnTo>
                    <a:pt x="32230" y="3680"/>
                  </a:lnTo>
                  <a:lnTo>
                    <a:pt x="25075" y="3597"/>
                  </a:lnTo>
                  <a:lnTo>
                    <a:pt x="25075" y="5382"/>
                  </a:lnTo>
                  <a:lnTo>
                    <a:pt x="19705" y="5382"/>
                  </a:lnTo>
                  <a:lnTo>
                    <a:pt x="19705" y="7180"/>
                  </a:lnTo>
                  <a:lnTo>
                    <a:pt x="16121" y="7180"/>
                  </a:lnTo>
                  <a:lnTo>
                    <a:pt x="16121" y="8966"/>
                  </a:lnTo>
                  <a:lnTo>
                    <a:pt x="14335" y="8966"/>
                  </a:lnTo>
                  <a:lnTo>
                    <a:pt x="14335" y="10752"/>
                  </a:lnTo>
                  <a:lnTo>
                    <a:pt x="12526" y="10752"/>
                  </a:lnTo>
                  <a:lnTo>
                    <a:pt x="12526" y="12550"/>
                  </a:lnTo>
                  <a:lnTo>
                    <a:pt x="7156" y="12550"/>
                  </a:lnTo>
                  <a:lnTo>
                    <a:pt x="7156" y="14336"/>
                  </a:lnTo>
                  <a:lnTo>
                    <a:pt x="5370" y="14336"/>
                  </a:lnTo>
                  <a:lnTo>
                    <a:pt x="5370" y="16122"/>
                  </a:lnTo>
                  <a:lnTo>
                    <a:pt x="1786" y="16122"/>
                  </a:lnTo>
                  <a:lnTo>
                    <a:pt x="1786" y="17920"/>
                  </a:lnTo>
                  <a:lnTo>
                    <a:pt x="0" y="17920"/>
                  </a:lnTo>
                  <a:lnTo>
                    <a:pt x="0" y="19706"/>
                  </a:lnTo>
                  <a:lnTo>
                    <a:pt x="87761" y="19706"/>
                  </a:lnTo>
                  <a:lnTo>
                    <a:pt x="87761" y="17920"/>
                  </a:lnTo>
                  <a:lnTo>
                    <a:pt x="80605" y="17920"/>
                  </a:lnTo>
                  <a:lnTo>
                    <a:pt x="80605" y="16122"/>
                  </a:lnTo>
                  <a:lnTo>
                    <a:pt x="78808" y="16122"/>
                  </a:lnTo>
                  <a:lnTo>
                    <a:pt x="78808" y="14336"/>
                  </a:lnTo>
                  <a:lnTo>
                    <a:pt x="75236" y="14336"/>
                  </a:lnTo>
                  <a:lnTo>
                    <a:pt x="75236" y="12550"/>
                  </a:lnTo>
                  <a:lnTo>
                    <a:pt x="71640" y="12550"/>
                  </a:lnTo>
                  <a:lnTo>
                    <a:pt x="71640" y="10752"/>
                  </a:lnTo>
                  <a:lnTo>
                    <a:pt x="69854" y="10752"/>
                  </a:lnTo>
                  <a:lnTo>
                    <a:pt x="69854" y="7180"/>
                  </a:lnTo>
                  <a:lnTo>
                    <a:pt x="66270" y="7180"/>
                  </a:lnTo>
                  <a:lnTo>
                    <a:pt x="66270" y="5382"/>
                  </a:lnTo>
                  <a:lnTo>
                    <a:pt x="62687" y="5382"/>
                  </a:lnTo>
                  <a:lnTo>
                    <a:pt x="62687" y="3597"/>
                  </a:lnTo>
                  <a:lnTo>
                    <a:pt x="60901" y="3597"/>
                  </a:lnTo>
                  <a:lnTo>
                    <a:pt x="60901" y="1811"/>
                  </a:lnTo>
                  <a:lnTo>
                    <a:pt x="57317" y="1811"/>
                  </a:lnTo>
                  <a:lnTo>
                    <a:pt x="573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2955425" y="3718750"/>
              <a:ext cx="2194050" cy="223850"/>
            </a:xfrm>
            <a:custGeom>
              <a:rect b="b" l="l" r="r" t="t"/>
              <a:pathLst>
                <a:path extrusionOk="0" h="8954" w="87762">
                  <a:moveTo>
                    <a:pt x="12526" y="0"/>
                  </a:moveTo>
                  <a:lnTo>
                    <a:pt x="12526" y="1798"/>
                  </a:lnTo>
                  <a:lnTo>
                    <a:pt x="7156" y="1798"/>
                  </a:lnTo>
                  <a:lnTo>
                    <a:pt x="7156" y="3584"/>
                  </a:lnTo>
                  <a:lnTo>
                    <a:pt x="5370" y="3584"/>
                  </a:lnTo>
                  <a:lnTo>
                    <a:pt x="5370" y="5370"/>
                  </a:lnTo>
                  <a:lnTo>
                    <a:pt x="1786" y="5370"/>
                  </a:lnTo>
                  <a:lnTo>
                    <a:pt x="1786" y="7168"/>
                  </a:lnTo>
                  <a:lnTo>
                    <a:pt x="0" y="7168"/>
                  </a:lnTo>
                  <a:lnTo>
                    <a:pt x="0" y="8954"/>
                  </a:lnTo>
                  <a:lnTo>
                    <a:pt x="87761" y="8954"/>
                  </a:lnTo>
                  <a:lnTo>
                    <a:pt x="87761" y="7168"/>
                  </a:lnTo>
                  <a:lnTo>
                    <a:pt x="80605" y="7168"/>
                  </a:lnTo>
                  <a:lnTo>
                    <a:pt x="80605" y="5370"/>
                  </a:lnTo>
                  <a:lnTo>
                    <a:pt x="78808" y="5370"/>
                  </a:lnTo>
                  <a:lnTo>
                    <a:pt x="78808" y="3584"/>
                  </a:lnTo>
                  <a:lnTo>
                    <a:pt x="75236" y="3584"/>
                  </a:lnTo>
                  <a:lnTo>
                    <a:pt x="75236" y="1798"/>
                  </a:lnTo>
                  <a:lnTo>
                    <a:pt x="71640" y="1798"/>
                  </a:lnTo>
                  <a:lnTo>
                    <a:pt x="71640" y="0"/>
                  </a:lnTo>
                  <a:lnTo>
                    <a:pt x="69854" y="0"/>
                  </a:lnTo>
                  <a:lnTo>
                    <a:pt x="69854" y="3584"/>
                  </a:lnTo>
                  <a:lnTo>
                    <a:pt x="73426" y="3584"/>
                  </a:lnTo>
                  <a:lnTo>
                    <a:pt x="73426" y="5370"/>
                  </a:lnTo>
                  <a:lnTo>
                    <a:pt x="75236" y="5370"/>
                  </a:lnTo>
                  <a:lnTo>
                    <a:pt x="75236" y="7168"/>
                  </a:lnTo>
                  <a:lnTo>
                    <a:pt x="66270" y="7168"/>
                  </a:lnTo>
                  <a:lnTo>
                    <a:pt x="66270" y="5370"/>
                  </a:lnTo>
                  <a:lnTo>
                    <a:pt x="62687" y="5370"/>
                  </a:lnTo>
                  <a:lnTo>
                    <a:pt x="62687" y="3584"/>
                  </a:lnTo>
                  <a:lnTo>
                    <a:pt x="59103" y="3584"/>
                  </a:lnTo>
                  <a:lnTo>
                    <a:pt x="59103" y="5370"/>
                  </a:lnTo>
                  <a:lnTo>
                    <a:pt x="51935" y="5370"/>
                  </a:lnTo>
                  <a:lnTo>
                    <a:pt x="51935" y="7168"/>
                  </a:lnTo>
                  <a:lnTo>
                    <a:pt x="34040" y="7168"/>
                  </a:lnTo>
                  <a:lnTo>
                    <a:pt x="34040" y="5370"/>
                  </a:lnTo>
                  <a:lnTo>
                    <a:pt x="30444" y="5370"/>
                  </a:lnTo>
                  <a:lnTo>
                    <a:pt x="30444" y="3584"/>
                  </a:lnTo>
                  <a:lnTo>
                    <a:pt x="25075" y="3584"/>
                  </a:lnTo>
                  <a:lnTo>
                    <a:pt x="25075" y="5370"/>
                  </a:lnTo>
                  <a:lnTo>
                    <a:pt x="21491" y="5370"/>
                  </a:lnTo>
                  <a:lnTo>
                    <a:pt x="21491" y="7168"/>
                  </a:lnTo>
                  <a:lnTo>
                    <a:pt x="17919" y="7168"/>
                  </a:lnTo>
                  <a:lnTo>
                    <a:pt x="17919" y="3584"/>
                  </a:lnTo>
                  <a:lnTo>
                    <a:pt x="16121" y="3584"/>
                  </a:lnTo>
                  <a:lnTo>
                    <a:pt x="16121" y="1798"/>
                  </a:lnTo>
                  <a:lnTo>
                    <a:pt x="14335" y="1798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3940650" y="3584500"/>
              <a:ext cx="268525" cy="179200"/>
            </a:xfrm>
            <a:custGeom>
              <a:rect b="b" l="l" r="r" t="t"/>
              <a:pathLst>
                <a:path extrusionOk="0" h="7168" w="10741">
                  <a:moveTo>
                    <a:pt x="1787" y="0"/>
                  </a:moveTo>
                  <a:lnTo>
                    <a:pt x="1787" y="1798"/>
                  </a:lnTo>
                  <a:lnTo>
                    <a:pt x="1" y="1798"/>
                  </a:lnTo>
                  <a:lnTo>
                    <a:pt x="1" y="5370"/>
                  </a:lnTo>
                  <a:lnTo>
                    <a:pt x="5371" y="5370"/>
                  </a:lnTo>
                  <a:lnTo>
                    <a:pt x="5371" y="7168"/>
                  </a:lnTo>
                  <a:lnTo>
                    <a:pt x="10740" y="7168"/>
                  </a:lnTo>
                  <a:lnTo>
                    <a:pt x="10740" y="5370"/>
                  </a:lnTo>
                  <a:lnTo>
                    <a:pt x="7157" y="5370"/>
                  </a:lnTo>
                  <a:lnTo>
                    <a:pt x="7157" y="3584"/>
                  </a:lnTo>
                  <a:lnTo>
                    <a:pt x="3573" y="358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2" name="Google Shape;1052;p36"/>
          <p:cNvGrpSpPr/>
          <p:nvPr/>
        </p:nvGrpSpPr>
        <p:grpSpPr>
          <a:xfrm>
            <a:off x="6562113" y="403275"/>
            <a:ext cx="1078193" cy="350449"/>
            <a:chOff x="1465950" y="1531275"/>
            <a:chExt cx="1078193" cy="350449"/>
          </a:xfrm>
        </p:grpSpPr>
        <p:sp>
          <p:nvSpPr>
            <p:cNvPr id="1053" name="Google Shape;1053;p36"/>
            <p:cNvSpPr/>
            <p:nvPr/>
          </p:nvSpPr>
          <p:spPr>
            <a:xfrm>
              <a:off x="1465950" y="1531275"/>
              <a:ext cx="1078193" cy="350448"/>
            </a:xfrm>
            <a:custGeom>
              <a:rect b="b" l="l" r="r" t="t"/>
              <a:pathLst>
                <a:path extrusionOk="0" h="7740" w="23813">
                  <a:moveTo>
                    <a:pt x="10716" y="0"/>
                  </a:moveTo>
                  <a:lnTo>
                    <a:pt x="10716" y="596"/>
                  </a:lnTo>
                  <a:lnTo>
                    <a:pt x="10121" y="596"/>
                  </a:lnTo>
                  <a:lnTo>
                    <a:pt x="10121" y="1191"/>
                  </a:lnTo>
                  <a:lnTo>
                    <a:pt x="9525" y="1191"/>
                  </a:lnTo>
                  <a:lnTo>
                    <a:pt x="9525" y="2382"/>
                  </a:lnTo>
                  <a:lnTo>
                    <a:pt x="8335" y="2382"/>
                  </a:lnTo>
                  <a:lnTo>
                    <a:pt x="8335" y="1786"/>
                  </a:lnTo>
                  <a:lnTo>
                    <a:pt x="5953" y="1786"/>
                  </a:lnTo>
                  <a:lnTo>
                    <a:pt x="5953" y="2382"/>
                  </a:lnTo>
                  <a:lnTo>
                    <a:pt x="5358" y="2382"/>
                  </a:lnTo>
                  <a:lnTo>
                    <a:pt x="5358" y="3572"/>
                  </a:lnTo>
                  <a:lnTo>
                    <a:pt x="4167" y="3572"/>
                  </a:lnTo>
                  <a:lnTo>
                    <a:pt x="4167" y="4167"/>
                  </a:lnTo>
                  <a:lnTo>
                    <a:pt x="3572" y="4167"/>
                  </a:lnTo>
                  <a:lnTo>
                    <a:pt x="3572" y="4763"/>
                  </a:lnTo>
                  <a:lnTo>
                    <a:pt x="2977" y="4763"/>
                  </a:lnTo>
                  <a:lnTo>
                    <a:pt x="2977" y="5358"/>
                  </a:lnTo>
                  <a:lnTo>
                    <a:pt x="1786" y="5358"/>
                  </a:lnTo>
                  <a:lnTo>
                    <a:pt x="1786" y="5953"/>
                  </a:lnTo>
                  <a:lnTo>
                    <a:pt x="0" y="5953"/>
                  </a:lnTo>
                  <a:lnTo>
                    <a:pt x="0" y="6549"/>
                  </a:lnTo>
                  <a:lnTo>
                    <a:pt x="1786" y="6549"/>
                  </a:lnTo>
                  <a:lnTo>
                    <a:pt x="1786" y="7144"/>
                  </a:lnTo>
                  <a:lnTo>
                    <a:pt x="2977" y="7144"/>
                  </a:lnTo>
                  <a:lnTo>
                    <a:pt x="2977" y="7739"/>
                  </a:lnTo>
                  <a:lnTo>
                    <a:pt x="23813" y="7739"/>
                  </a:lnTo>
                  <a:lnTo>
                    <a:pt x="23813" y="7144"/>
                  </a:lnTo>
                  <a:lnTo>
                    <a:pt x="22027" y="7144"/>
                  </a:lnTo>
                  <a:lnTo>
                    <a:pt x="22027" y="6549"/>
                  </a:lnTo>
                  <a:lnTo>
                    <a:pt x="20836" y="6549"/>
                  </a:lnTo>
                  <a:lnTo>
                    <a:pt x="20836" y="5953"/>
                  </a:lnTo>
                  <a:lnTo>
                    <a:pt x="19646" y="5953"/>
                  </a:lnTo>
                  <a:lnTo>
                    <a:pt x="19646" y="4763"/>
                  </a:lnTo>
                  <a:lnTo>
                    <a:pt x="19050" y="4763"/>
                  </a:lnTo>
                  <a:lnTo>
                    <a:pt x="19050" y="4167"/>
                  </a:lnTo>
                  <a:lnTo>
                    <a:pt x="18455" y="4167"/>
                  </a:lnTo>
                  <a:lnTo>
                    <a:pt x="18455" y="3572"/>
                  </a:lnTo>
                  <a:lnTo>
                    <a:pt x="16669" y="3572"/>
                  </a:lnTo>
                  <a:lnTo>
                    <a:pt x="16669" y="2977"/>
                  </a:lnTo>
                  <a:lnTo>
                    <a:pt x="15478" y="2977"/>
                  </a:lnTo>
                  <a:lnTo>
                    <a:pt x="15478" y="1786"/>
                  </a:lnTo>
                  <a:lnTo>
                    <a:pt x="14883" y="1786"/>
                  </a:lnTo>
                  <a:lnTo>
                    <a:pt x="14883" y="1191"/>
                  </a:lnTo>
                  <a:lnTo>
                    <a:pt x="14288" y="1191"/>
                  </a:lnTo>
                  <a:lnTo>
                    <a:pt x="14288" y="596"/>
                  </a:lnTo>
                  <a:lnTo>
                    <a:pt x="12502" y="596"/>
                  </a:lnTo>
                  <a:lnTo>
                    <a:pt x="125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1465950" y="1719947"/>
              <a:ext cx="1078193" cy="161777"/>
            </a:xfrm>
            <a:custGeom>
              <a:rect b="b" l="l" r="r" t="t"/>
              <a:pathLst>
                <a:path extrusionOk="0" h="3573" w="23813">
                  <a:moveTo>
                    <a:pt x="18455" y="0"/>
                  </a:moveTo>
                  <a:lnTo>
                    <a:pt x="18455" y="1786"/>
                  </a:lnTo>
                  <a:lnTo>
                    <a:pt x="17264" y="1786"/>
                  </a:lnTo>
                  <a:lnTo>
                    <a:pt x="17264" y="2382"/>
                  </a:lnTo>
                  <a:lnTo>
                    <a:pt x="16074" y="2382"/>
                  </a:lnTo>
                  <a:lnTo>
                    <a:pt x="16074" y="2977"/>
                  </a:lnTo>
                  <a:lnTo>
                    <a:pt x="8930" y="2977"/>
                  </a:lnTo>
                  <a:lnTo>
                    <a:pt x="8930" y="2382"/>
                  </a:lnTo>
                  <a:lnTo>
                    <a:pt x="7739" y="2382"/>
                  </a:lnTo>
                  <a:lnTo>
                    <a:pt x="7739" y="1786"/>
                  </a:lnTo>
                  <a:lnTo>
                    <a:pt x="4763" y="1786"/>
                  </a:lnTo>
                  <a:lnTo>
                    <a:pt x="4763" y="1191"/>
                  </a:lnTo>
                  <a:lnTo>
                    <a:pt x="3572" y="1191"/>
                  </a:lnTo>
                  <a:lnTo>
                    <a:pt x="3572" y="596"/>
                  </a:lnTo>
                  <a:lnTo>
                    <a:pt x="2977" y="596"/>
                  </a:lnTo>
                  <a:lnTo>
                    <a:pt x="2977" y="1191"/>
                  </a:lnTo>
                  <a:lnTo>
                    <a:pt x="1786" y="1191"/>
                  </a:lnTo>
                  <a:lnTo>
                    <a:pt x="1786" y="1786"/>
                  </a:lnTo>
                  <a:lnTo>
                    <a:pt x="0" y="1786"/>
                  </a:lnTo>
                  <a:lnTo>
                    <a:pt x="0" y="2382"/>
                  </a:lnTo>
                  <a:lnTo>
                    <a:pt x="1786" y="2382"/>
                  </a:lnTo>
                  <a:lnTo>
                    <a:pt x="1786" y="2977"/>
                  </a:lnTo>
                  <a:lnTo>
                    <a:pt x="2977" y="2977"/>
                  </a:lnTo>
                  <a:lnTo>
                    <a:pt x="2977" y="3572"/>
                  </a:lnTo>
                  <a:lnTo>
                    <a:pt x="23813" y="3572"/>
                  </a:lnTo>
                  <a:lnTo>
                    <a:pt x="23813" y="2977"/>
                  </a:lnTo>
                  <a:lnTo>
                    <a:pt x="22027" y="2977"/>
                  </a:lnTo>
                  <a:lnTo>
                    <a:pt x="22027" y="2382"/>
                  </a:lnTo>
                  <a:lnTo>
                    <a:pt x="20836" y="2382"/>
                  </a:lnTo>
                  <a:lnTo>
                    <a:pt x="20836" y="1786"/>
                  </a:lnTo>
                  <a:lnTo>
                    <a:pt x="19646" y="1786"/>
                  </a:lnTo>
                  <a:lnTo>
                    <a:pt x="19646" y="596"/>
                  </a:lnTo>
                  <a:lnTo>
                    <a:pt x="19050" y="596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1816355" y="1639081"/>
              <a:ext cx="161777" cy="80911"/>
            </a:xfrm>
            <a:custGeom>
              <a:rect b="b" l="l" r="r" t="t"/>
              <a:pathLst>
                <a:path extrusionOk="0" h="1787" w="3573">
                  <a:moveTo>
                    <a:pt x="596" y="1"/>
                  </a:moveTo>
                  <a:lnTo>
                    <a:pt x="596" y="596"/>
                  </a:lnTo>
                  <a:lnTo>
                    <a:pt x="0" y="596"/>
                  </a:lnTo>
                  <a:lnTo>
                    <a:pt x="0" y="1191"/>
                  </a:lnTo>
                  <a:lnTo>
                    <a:pt x="1786" y="1191"/>
                  </a:lnTo>
                  <a:lnTo>
                    <a:pt x="1786" y="1786"/>
                  </a:lnTo>
                  <a:lnTo>
                    <a:pt x="3572" y="1786"/>
                  </a:lnTo>
                  <a:lnTo>
                    <a:pt x="3572" y="1191"/>
                  </a:lnTo>
                  <a:lnTo>
                    <a:pt x="2382" y="1191"/>
                  </a:lnTo>
                  <a:lnTo>
                    <a:pt x="2382" y="596"/>
                  </a:lnTo>
                  <a:lnTo>
                    <a:pt x="1786" y="596"/>
                  </a:lnTo>
                  <a:lnTo>
                    <a:pt x="1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1978087" y="1719947"/>
              <a:ext cx="26985" cy="26985"/>
            </a:xfrm>
            <a:custGeom>
              <a:rect b="b" l="l" r="r" t="t"/>
              <a:pathLst>
                <a:path extrusionOk="0" h="596" w="596">
                  <a:moveTo>
                    <a:pt x="0" y="0"/>
                  </a:moveTo>
                  <a:lnTo>
                    <a:pt x="0" y="596"/>
                  </a:lnTo>
                  <a:lnTo>
                    <a:pt x="596" y="596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2058953" y="1666022"/>
              <a:ext cx="161777" cy="80911"/>
            </a:xfrm>
            <a:custGeom>
              <a:rect b="b" l="l" r="r" t="t"/>
              <a:pathLst>
                <a:path extrusionOk="0" h="1787" w="3573">
                  <a:moveTo>
                    <a:pt x="2977" y="1"/>
                  </a:moveTo>
                  <a:lnTo>
                    <a:pt x="2977" y="596"/>
                  </a:lnTo>
                  <a:lnTo>
                    <a:pt x="1191" y="596"/>
                  </a:lnTo>
                  <a:lnTo>
                    <a:pt x="1191" y="1191"/>
                  </a:lnTo>
                  <a:lnTo>
                    <a:pt x="0" y="1191"/>
                  </a:lnTo>
                  <a:lnTo>
                    <a:pt x="0" y="1787"/>
                  </a:lnTo>
                  <a:lnTo>
                    <a:pt x="1786" y="1787"/>
                  </a:lnTo>
                  <a:lnTo>
                    <a:pt x="1786" y="1191"/>
                  </a:lnTo>
                  <a:lnTo>
                    <a:pt x="3572" y="1191"/>
                  </a:lnTo>
                  <a:lnTo>
                    <a:pt x="3572" y="596"/>
                  </a:lnTo>
                  <a:lnTo>
                    <a:pt x="35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2031968" y="1746888"/>
              <a:ext cx="27031" cy="27031"/>
            </a:xfrm>
            <a:custGeom>
              <a:rect b="b" l="l" r="r" t="t"/>
              <a:pathLst>
                <a:path extrusionOk="0" h="597" w="597">
                  <a:moveTo>
                    <a:pt x="1" y="1"/>
                  </a:moveTo>
                  <a:lnTo>
                    <a:pt x="1" y="596"/>
                  </a:lnTo>
                  <a:lnTo>
                    <a:pt x="596" y="596"/>
                  </a:lnTo>
                  <a:lnTo>
                    <a:pt x="5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2005027" y="1773873"/>
              <a:ext cx="26985" cy="26985"/>
            </a:xfrm>
            <a:custGeom>
              <a:rect b="b" l="l" r="r" t="t"/>
              <a:pathLst>
                <a:path extrusionOk="0" h="596" w="596">
                  <a:moveTo>
                    <a:pt x="1" y="0"/>
                  </a:moveTo>
                  <a:lnTo>
                    <a:pt x="1" y="595"/>
                  </a:lnTo>
                  <a:lnTo>
                    <a:pt x="596" y="595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0" name="Google Shape;1060;p36"/>
          <p:cNvGrpSpPr/>
          <p:nvPr/>
        </p:nvGrpSpPr>
        <p:grpSpPr>
          <a:xfrm>
            <a:off x="2388288" y="1331350"/>
            <a:ext cx="256975" cy="376500"/>
            <a:chOff x="1698075" y="2235900"/>
            <a:chExt cx="256975" cy="376500"/>
          </a:xfrm>
        </p:grpSpPr>
        <p:sp>
          <p:nvSpPr>
            <p:cNvPr id="1061" name="Google Shape;1061;p36"/>
            <p:cNvSpPr/>
            <p:nvPr/>
          </p:nvSpPr>
          <p:spPr>
            <a:xfrm>
              <a:off x="1698075" y="2235900"/>
              <a:ext cx="256975" cy="287725"/>
            </a:xfrm>
            <a:custGeom>
              <a:rect b="b" l="l" r="r" t="t"/>
              <a:pathLst>
                <a:path extrusionOk="0" h="11509" w="10279">
                  <a:moveTo>
                    <a:pt x="4105" y="7120"/>
                  </a:moveTo>
                  <a:cubicBezTo>
                    <a:pt x="4355" y="7120"/>
                    <a:pt x="4551" y="7316"/>
                    <a:pt x="4551" y="7566"/>
                  </a:cubicBezTo>
                  <a:cubicBezTo>
                    <a:pt x="4551" y="7815"/>
                    <a:pt x="4355" y="8012"/>
                    <a:pt x="4105" y="8012"/>
                  </a:cubicBezTo>
                  <a:cubicBezTo>
                    <a:pt x="3873" y="8012"/>
                    <a:pt x="3677" y="7815"/>
                    <a:pt x="3677" y="7566"/>
                  </a:cubicBezTo>
                  <a:cubicBezTo>
                    <a:pt x="3677" y="7316"/>
                    <a:pt x="3873" y="7120"/>
                    <a:pt x="4105" y="7120"/>
                  </a:cubicBezTo>
                  <a:close/>
                  <a:moveTo>
                    <a:pt x="6175" y="7120"/>
                  </a:moveTo>
                  <a:cubicBezTo>
                    <a:pt x="6406" y="7120"/>
                    <a:pt x="6603" y="7316"/>
                    <a:pt x="6603" y="7566"/>
                  </a:cubicBezTo>
                  <a:cubicBezTo>
                    <a:pt x="6603" y="7815"/>
                    <a:pt x="6406" y="8012"/>
                    <a:pt x="6175" y="8012"/>
                  </a:cubicBezTo>
                  <a:cubicBezTo>
                    <a:pt x="5925" y="8012"/>
                    <a:pt x="5728" y="7815"/>
                    <a:pt x="5728" y="7566"/>
                  </a:cubicBezTo>
                  <a:cubicBezTo>
                    <a:pt x="5728" y="7316"/>
                    <a:pt x="5925" y="7120"/>
                    <a:pt x="6175" y="7120"/>
                  </a:cubicBezTo>
                  <a:close/>
                  <a:moveTo>
                    <a:pt x="7281" y="2659"/>
                  </a:moveTo>
                  <a:lnTo>
                    <a:pt x="9404" y="5300"/>
                  </a:lnTo>
                  <a:lnTo>
                    <a:pt x="9404" y="7316"/>
                  </a:lnTo>
                  <a:lnTo>
                    <a:pt x="8530" y="8154"/>
                  </a:lnTo>
                  <a:cubicBezTo>
                    <a:pt x="8530" y="7726"/>
                    <a:pt x="8441" y="7316"/>
                    <a:pt x="8280" y="6923"/>
                  </a:cubicBezTo>
                  <a:cubicBezTo>
                    <a:pt x="8441" y="6673"/>
                    <a:pt x="8530" y="6388"/>
                    <a:pt x="8530" y="6085"/>
                  </a:cubicBezTo>
                  <a:cubicBezTo>
                    <a:pt x="8530" y="5210"/>
                    <a:pt x="7798" y="4479"/>
                    <a:pt x="6906" y="4479"/>
                  </a:cubicBezTo>
                  <a:cubicBezTo>
                    <a:pt x="6531" y="4479"/>
                    <a:pt x="6157" y="4604"/>
                    <a:pt x="5871" y="4854"/>
                  </a:cubicBezTo>
                  <a:cubicBezTo>
                    <a:pt x="5630" y="4800"/>
                    <a:pt x="5385" y="4773"/>
                    <a:pt x="5140" y="4773"/>
                  </a:cubicBezTo>
                  <a:cubicBezTo>
                    <a:pt x="4894" y="4773"/>
                    <a:pt x="4649" y="4800"/>
                    <a:pt x="4408" y="4854"/>
                  </a:cubicBezTo>
                  <a:cubicBezTo>
                    <a:pt x="4123" y="4604"/>
                    <a:pt x="3748" y="4479"/>
                    <a:pt x="3373" y="4479"/>
                  </a:cubicBezTo>
                  <a:cubicBezTo>
                    <a:pt x="2481" y="4479"/>
                    <a:pt x="1750" y="5210"/>
                    <a:pt x="1750" y="6085"/>
                  </a:cubicBezTo>
                  <a:cubicBezTo>
                    <a:pt x="1750" y="6388"/>
                    <a:pt x="1839" y="6673"/>
                    <a:pt x="1999" y="6923"/>
                  </a:cubicBezTo>
                  <a:cubicBezTo>
                    <a:pt x="1839" y="7316"/>
                    <a:pt x="1767" y="7726"/>
                    <a:pt x="1767" y="8154"/>
                  </a:cubicBezTo>
                  <a:lnTo>
                    <a:pt x="875" y="7316"/>
                  </a:lnTo>
                  <a:lnTo>
                    <a:pt x="875" y="5300"/>
                  </a:lnTo>
                  <a:lnTo>
                    <a:pt x="2999" y="2659"/>
                  </a:lnTo>
                  <a:close/>
                  <a:moveTo>
                    <a:pt x="429" y="0"/>
                  </a:moveTo>
                  <a:cubicBezTo>
                    <a:pt x="197" y="0"/>
                    <a:pt x="1" y="197"/>
                    <a:pt x="1" y="446"/>
                  </a:cubicBezTo>
                  <a:lnTo>
                    <a:pt x="1" y="1321"/>
                  </a:lnTo>
                  <a:cubicBezTo>
                    <a:pt x="1" y="2052"/>
                    <a:pt x="590" y="2659"/>
                    <a:pt x="1321" y="2659"/>
                  </a:cubicBezTo>
                  <a:lnTo>
                    <a:pt x="1874" y="2659"/>
                  </a:lnTo>
                  <a:lnTo>
                    <a:pt x="90" y="4871"/>
                  </a:lnTo>
                  <a:cubicBezTo>
                    <a:pt x="37" y="4961"/>
                    <a:pt x="1" y="5050"/>
                    <a:pt x="1" y="5157"/>
                  </a:cubicBezTo>
                  <a:lnTo>
                    <a:pt x="1" y="7512"/>
                  </a:lnTo>
                  <a:cubicBezTo>
                    <a:pt x="1" y="7619"/>
                    <a:pt x="37" y="7744"/>
                    <a:pt x="126" y="7833"/>
                  </a:cubicBezTo>
                  <a:lnTo>
                    <a:pt x="2142" y="9725"/>
                  </a:lnTo>
                  <a:cubicBezTo>
                    <a:pt x="2642" y="10670"/>
                    <a:pt x="3587" y="11366"/>
                    <a:pt x="4694" y="11509"/>
                  </a:cubicBezTo>
                  <a:lnTo>
                    <a:pt x="4694" y="9457"/>
                  </a:lnTo>
                  <a:cubicBezTo>
                    <a:pt x="4533" y="9386"/>
                    <a:pt x="4408" y="9225"/>
                    <a:pt x="4408" y="9029"/>
                  </a:cubicBezTo>
                  <a:cubicBezTo>
                    <a:pt x="4408" y="8797"/>
                    <a:pt x="4604" y="8600"/>
                    <a:pt x="4854" y="8600"/>
                  </a:cubicBezTo>
                  <a:lnTo>
                    <a:pt x="5443" y="8600"/>
                  </a:lnTo>
                  <a:cubicBezTo>
                    <a:pt x="5675" y="8600"/>
                    <a:pt x="5871" y="8797"/>
                    <a:pt x="5871" y="9029"/>
                  </a:cubicBezTo>
                  <a:cubicBezTo>
                    <a:pt x="5871" y="9225"/>
                    <a:pt x="5746" y="9386"/>
                    <a:pt x="5586" y="9457"/>
                  </a:cubicBezTo>
                  <a:lnTo>
                    <a:pt x="5586" y="11509"/>
                  </a:lnTo>
                  <a:cubicBezTo>
                    <a:pt x="6692" y="11366"/>
                    <a:pt x="7638" y="10670"/>
                    <a:pt x="8137" y="9725"/>
                  </a:cubicBezTo>
                  <a:lnTo>
                    <a:pt x="10153" y="7833"/>
                  </a:lnTo>
                  <a:cubicBezTo>
                    <a:pt x="10243" y="7744"/>
                    <a:pt x="10278" y="7619"/>
                    <a:pt x="10278" y="7512"/>
                  </a:cubicBezTo>
                  <a:lnTo>
                    <a:pt x="10278" y="5157"/>
                  </a:lnTo>
                  <a:cubicBezTo>
                    <a:pt x="10278" y="5050"/>
                    <a:pt x="10261" y="4961"/>
                    <a:pt x="10189" y="4871"/>
                  </a:cubicBezTo>
                  <a:lnTo>
                    <a:pt x="8405" y="2659"/>
                  </a:lnTo>
                  <a:lnTo>
                    <a:pt x="8958" y="2659"/>
                  </a:lnTo>
                  <a:cubicBezTo>
                    <a:pt x="9690" y="2659"/>
                    <a:pt x="10278" y="2052"/>
                    <a:pt x="10278" y="1321"/>
                  </a:cubicBezTo>
                  <a:lnTo>
                    <a:pt x="10278" y="446"/>
                  </a:lnTo>
                  <a:cubicBezTo>
                    <a:pt x="10278" y="197"/>
                    <a:pt x="10082" y="0"/>
                    <a:pt x="98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1796225" y="2590525"/>
              <a:ext cx="60675" cy="21875"/>
            </a:xfrm>
            <a:custGeom>
              <a:rect b="b" l="l" r="r" t="t"/>
              <a:pathLst>
                <a:path extrusionOk="0" h="875" w="2427">
                  <a:moveTo>
                    <a:pt x="1214" y="0"/>
                  </a:moveTo>
                  <a:cubicBezTo>
                    <a:pt x="678" y="0"/>
                    <a:pt x="214" y="357"/>
                    <a:pt x="0" y="874"/>
                  </a:cubicBezTo>
                  <a:lnTo>
                    <a:pt x="2427" y="874"/>
                  </a:lnTo>
                  <a:cubicBezTo>
                    <a:pt x="2231" y="357"/>
                    <a:pt x="1749" y="0"/>
                    <a:pt x="12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36"/>
            <p:cNvSpPr/>
            <p:nvPr/>
          </p:nvSpPr>
          <p:spPr>
            <a:xfrm>
              <a:off x="1727525" y="2516475"/>
              <a:ext cx="198525" cy="95925"/>
            </a:xfrm>
            <a:custGeom>
              <a:rect b="b" l="l" r="r" t="t"/>
              <a:pathLst>
                <a:path extrusionOk="0" h="3837" w="7941">
                  <a:moveTo>
                    <a:pt x="1018" y="0"/>
                  </a:moveTo>
                  <a:cubicBezTo>
                    <a:pt x="393" y="1017"/>
                    <a:pt x="1" y="2284"/>
                    <a:pt x="1" y="3390"/>
                  </a:cubicBezTo>
                  <a:cubicBezTo>
                    <a:pt x="1" y="3640"/>
                    <a:pt x="197" y="3836"/>
                    <a:pt x="429" y="3836"/>
                  </a:cubicBezTo>
                  <a:lnTo>
                    <a:pt x="1821" y="3836"/>
                  </a:lnTo>
                  <a:cubicBezTo>
                    <a:pt x="2070" y="2819"/>
                    <a:pt x="2945" y="2070"/>
                    <a:pt x="3962" y="2070"/>
                  </a:cubicBezTo>
                  <a:cubicBezTo>
                    <a:pt x="4997" y="2070"/>
                    <a:pt x="5853" y="2819"/>
                    <a:pt x="6103" y="3836"/>
                  </a:cubicBezTo>
                  <a:lnTo>
                    <a:pt x="7495" y="3836"/>
                  </a:lnTo>
                  <a:cubicBezTo>
                    <a:pt x="7726" y="3836"/>
                    <a:pt x="7941" y="3640"/>
                    <a:pt x="7941" y="3390"/>
                  </a:cubicBezTo>
                  <a:cubicBezTo>
                    <a:pt x="7941" y="2284"/>
                    <a:pt x="7530" y="1017"/>
                    <a:pt x="6906" y="0"/>
                  </a:cubicBezTo>
                  <a:cubicBezTo>
                    <a:pt x="6138" y="732"/>
                    <a:pt x="5104" y="1196"/>
                    <a:pt x="3962" y="1196"/>
                  </a:cubicBezTo>
                  <a:cubicBezTo>
                    <a:pt x="2820" y="1196"/>
                    <a:pt x="1785" y="732"/>
                    <a:pt x="10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64" name="Google Shape;1064;p36"/>
          <p:cNvPicPr preferRelativeResize="0"/>
          <p:nvPr/>
        </p:nvPicPr>
        <p:blipFill rotWithShape="1">
          <a:blip r:embed="rId4">
            <a:alphaModFix/>
          </a:blip>
          <a:srcRect b="78294" l="0" r="0" t="0"/>
          <a:stretch/>
        </p:blipFill>
        <p:spPr>
          <a:xfrm>
            <a:off x="6034200" y="844640"/>
            <a:ext cx="2329075" cy="7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36"/>
          <p:cNvPicPr preferRelativeResize="0"/>
          <p:nvPr/>
        </p:nvPicPr>
        <p:blipFill rotWithShape="1">
          <a:blip r:embed="rId4">
            <a:alphaModFix/>
          </a:blip>
          <a:srcRect b="59556" l="0" r="0" t="26730"/>
          <a:stretch/>
        </p:blipFill>
        <p:spPr>
          <a:xfrm>
            <a:off x="6082800" y="3919030"/>
            <a:ext cx="2329075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6" name="Google Shape;1066;p36"/>
          <p:cNvPicPr preferRelativeResize="0"/>
          <p:nvPr/>
        </p:nvPicPr>
        <p:blipFill rotWithShape="1">
          <a:blip r:embed="rId4">
            <a:alphaModFix/>
          </a:blip>
          <a:srcRect b="41428" l="0" r="0" t="44858"/>
          <a:stretch/>
        </p:blipFill>
        <p:spPr>
          <a:xfrm>
            <a:off x="6034200" y="3154930"/>
            <a:ext cx="2329075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7" name="Google Shape;1067;p36"/>
          <p:cNvPicPr preferRelativeResize="0"/>
          <p:nvPr/>
        </p:nvPicPr>
        <p:blipFill rotWithShape="1">
          <a:blip r:embed="rId4">
            <a:alphaModFix/>
          </a:blip>
          <a:srcRect b="4545" l="0" r="0" t="81741"/>
          <a:stretch/>
        </p:blipFill>
        <p:spPr>
          <a:xfrm>
            <a:off x="6034200" y="1852576"/>
            <a:ext cx="2329075" cy="49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8" name="Google Shape;1068;p36"/>
          <p:cNvPicPr preferRelativeResize="0"/>
          <p:nvPr/>
        </p:nvPicPr>
        <p:blipFill rotWithShape="1">
          <a:blip r:embed="rId4">
            <a:alphaModFix/>
          </a:blip>
          <a:srcRect b="23302" l="0" r="0" t="61005"/>
          <a:stretch/>
        </p:blipFill>
        <p:spPr>
          <a:xfrm>
            <a:off x="6034200" y="2319755"/>
            <a:ext cx="2329075" cy="56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7"/>
          <p:cNvSpPr txBox="1"/>
          <p:nvPr>
            <p:ph type="title"/>
          </p:nvPr>
        </p:nvSpPr>
        <p:spPr>
          <a:xfrm>
            <a:off x="1838400" y="362963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Du Projet</a:t>
            </a:r>
            <a:endParaRPr sz="2700"/>
          </a:p>
        </p:txBody>
      </p:sp>
      <p:sp>
        <p:nvSpPr>
          <p:cNvPr id="1074" name="Google Shape;1074;p37"/>
          <p:cNvSpPr txBox="1"/>
          <p:nvPr/>
        </p:nvSpPr>
        <p:spPr>
          <a:xfrm>
            <a:off x="904725" y="1287638"/>
            <a:ext cx="3224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3. Gestion des Données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1075" name="Google Shape;10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375" y="1739138"/>
            <a:ext cx="6623225" cy="304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6" name="Google Shape;1076;p37"/>
          <p:cNvGrpSpPr/>
          <p:nvPr/>
        </p:nvGrpSpPr>
        <p:grpSpPr>
          <a:xfrm>
            <a:off x="5976263" y="830663"/>
            <a:ext cx="2194050" cy="492650"/>
            <a:chOff x="2955425" y="3449950"/>
            <a:chExt cx="2194050" cy="492650"/>
          </a:xfrm>
        </p:grpSpPr>
        <p:sp>
          <p:nvSpPr>
            <p:cNvPr id="1077" name="Google Shape;1077;p37"/>
            <p:cNvSpPr/>
            <p:nvPr/>
          </p:nvSpPr>
          <p:spPr>
            <a:xfrm>
              <a:off x="2955425" y="3449950"/>
              <a:ext cx="2194050" cy="492650"/>
            </a:xfrm>
            <a:custGeom>
              <a:rect b="b" l="l" r="r" t="t"/>
              <a:pathLst>
                <a:path extrusionOk="0" h="19706" w="87762">
                  <a:moveTo>
                    <a:pt x="50149" y="1"/>
                  </a:moveTo>
                  <a:lnTo>
                    <a:pt x="50149" y="1811"/>
                  </a:lnTo>
                  <a:lnTo>
                    <a:pt x="46566" y="1811"/>
                  </a:lnTo>
                  <a:lnTo>
                    <a:pt x="46566" y="3680"/>
                  </a:lnTo>
                  <a:lnTo>
                    <a:pt x="44780" y="3680"/>
                  </a:lnTo>
                  <a:lnTo>
                    <a:pt x="44780" y="5382"/>
                  </a:lnTo>
                  <a:lnTo>
                    <a:pt x="41196" y="5382"/>
                  </a:lnTo>
                  <a:lnTo>
                    <a:pt x="41196" y="7180"/>
                  </a:lnTo>
                  <a:lnTo>
                    <a:pt x="39410" y="7180"/>
                  </a:lnTo>
                  <a:lnTo>
                    <a:pt x="39410" y="10752"/>
                  </a:lnTo>
                  <a:lnTo>
                    <a:pt x="35826" y="10752"/>
                  </a:lnTo>
                  <a:lnTo>
                    <a:pt x="35826" y="7180"/>
                  </a:lnTo>
                  <a:lnTo>
                    <a:pt x="34040" y="7180"/>
                  </a:lnTo>
                  <a:lnTo>
                    <a:pt x="34040" y="5382"/>
                  </a:lnTo>
                  <a:lnTo>
                    <a:pt x="32230" y="5382"/>
                  </a:lnTo>
                  <a:lnTo>
                    <a:pt x="32230" y="3680"/>
                  </a:lnTo>
                  <a:lnTo>
                    <a:pt x="25075" y="3597"/>
                  </a:lnTo>
                  <a:lnTo>
                    <a:pt x="25075" y="5382"/>
                  </a:lnTo>
                  <a:lnTo>
                    <a:pt x="19705" y="5382"/>
                  </a:lnTo>
                  <a:lnTo>
                    <a:pt x="19705" y="7180"/>
                  </a:lnTo>
                  <a:lnTo>
                    <a:pt x="16121" y="7180"/>
                  </a:lnTo>
                  <a:lnTo>
                    <a:pt x="16121" y="8966"/>
                  </a:lnTo>
                  <a:lnTo>
                    <a:pt x="14335" y="8966"/>
                  </a:lnTo>
                  <a:lnTo>
                    <a:pt x="14335" y="10752"/>
                  </a:lnTo>
                  <a:lnTo>
                    <a:pt x="12526" y="10752"/>
                  </a:lnTo>
                  <a:lnTo>
                    <a:pt x="12526" y="12550"/>
                  </a:lnTo>
                  <a:lnTo>
                    <a:pt x="7156" y="12550"/>
                  </a:lnTo>
                  <a:lnTo>
                    <a:pt x="7156" y="14336"/>
                  </a:lnTo>
                  <a:lnTo>
                    <a:pt x="5370" y="14336"/>
                  </a:lnTo>
                  <a:lnTo>
                    <a:pt x="5370" y="16122"/>
                  </a:lnTo>
                  <a:lnTo>
                    <a:pt x="1786" y="16122"/>
                  </a:lnTo>
                  <a:lnTo>
                    <a:pt x="1786" y="17920"/>
                  </a:lnTo>
                  <a:lnTo>
                    <a:pt x="0" y="17920"/>
                  </a:lnTo>
                  <a:lnTo>
                    <a:pt x="0" y="19706"/>
                  </a:lnTo>
                  <a:lnTo>
                    <a:pt x="87761" y="19706"/>
                  </a:lnTo>
                  <a:lnTo>
                    <a:pt x="87761" y="17920"/>
                  </a:lnTo>
                  <a:lnTo>
                    <a:pt x="80605" y="17920"/>
                  </a:lnTo>
                  <a:lnTo>
                    <a:pt x="80605" y="16122"/>
                  </a:lnTo>
                  <a:lnTo>
                    <a:pt x="78808" y="16122"/>
                  </a:lnTo>
                  <a:lnTo>
                    <a:pt x="78808" y="14336"/>
                  </a:lnTo>
                  <a:lnTo>
                    <a:pt x="75236" y="14336"/>
                  </a:lnTo>
                  <a:lnTo>
                    <a:pt x="75236" y="12550"/>
                  </a:lnTo>
                  <a:lnTo>
                    <a:pt x="71640" y="12550"/>
                  </a:lnTo>
                  <a:lnTo>
                    <a:pt x="71640" y="10752"/>
                  </a:lnTo>
                  <a:lnTo>
                    <a:pt x="69854" y="10752"/>
                  </a:lnTo>
                  <a:lnTo>
                    <a:pt x="69854" y="7180"/>
                  </a:lnTo>
                  <a:lnTo>
                    <a:pt x="66270" y="7180"/>
                  </a:lnTo>
                  <a:lnTo>
                    <a:pt x="66270" y="5382"/>
                  </a:lnTo>
                  <a:lnTo>
                    <a:pt x="62687" y="5382"/>
                  </a:lnTo>
                  <a:lnTo>
                    <a:pt x="62687" y="3597"/>
                  </a:lnTo>
                  <a:lnTo>
                    <a:pt x="60901" y="3597"/>
                  </a:lnTo>
                  <a:lnTo>
                    <a:pt x="60901" y="1811"/>
                  </a:lnTo>
                  <a:lnTo>
                    <a:pt x="57317" y="1811"/>
                  </a:lnTo>
                  <a:lnTo>
                    <a:pt x="573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2955425" y="3718750"/>
              <a:ext cx="2194050" cy="223850"/>
            </a:xfrm>
            <a:custGeom>
              <a:rect b="b" l="l" r="r" t="t"/>
              <a:pathLst>
                <a:path extrusionOk="0" h="8954" w="87762">
                  <a:moveTo>
                    <a:pt x="12526" y="0"/>
                  </a:moveTo>
                  <a:lnTo>
                    <a:pt x="12526" y="1798"/>
                  </a:lnTo>
                  <a:lnTo>
                    <a:pt x="7156" y="1798"/>
                  </a:lnTo>
                  <a:lnTo>
                    <a:pt x="7156" y="3584"/>
                  </a:lnTo>
                  <a:lnTo>
                    <a:pt x="5370" y="3584"/>
                  </a:lnTo>
                  <a:lnTo>
                    <a:pt x="5370" y="5370"/>
                  </a:lnTo>
                  <a:lnTo>
                    <a:pt x="1786" y="5370"/>
                  </a:lnTo>
                  <a:lnTo>
                    <a:pt x="1786" y="7168"/>
                  </a:lnTo>
                  <a:lnTo>
                    <a:pt x="0" y="7168"/>
                  </a:lnTo>
                  <a:lnTo>
                    <a:pt x="0" y="8954"/>
                  </a:lnTo>
                  <a:lnTo>
                    <a:pt x="87761" y="8954"/>
                  </a:lnTo>
                  <a:lnTo>
                    <a:pt x="87761" y="7168"/>
                  </a:lnTo>
                  <a:lnTo>
                    <a:pt x="80605" y="7168"/>
                  </a:lnTo>
                  <a:lnTo>
                    <a:pt x="80605" y="5370"/>
                  </a:lnTo>
                  <a:lnTo>
                    <a:pt x="78808" y="5370"/>
                  </a:lnTo>
                  <a:lnTo>
                    <a:pt x="78808" y="3584"/>
                  </a:lnTo>
                  <a:lnTo>
                    <a:pt x="75236" y="3584"/>
                  </a:lnTo>
                  <a:lnTo>
                    <a:pt x="75236" y="1798"/>
                  </a:lnTo>
                  <a:lnTo>
                    <a:pt x="71640" y="1798"/>
                  </a:lnTo>
                  <a:lnTo>
                    <a:pt x="71640" y="0"/>
                  </a:lnTo>
                  <a:lnTo>
                    <a:pt x="69854" y="0"/>
                  </a:lnTo>
                  <a:lnTo>
                    <a:pt x="69854" y="3584"/>
                  </a:lnTo>
                  <a:lnTo>
                    <a:pt x="73426" y="3584"/>
                  </a:lnTo>
                  <a:lnTo>
                    <a:pt x="73426" y="5370"/>
                  </a:lnTo>
                  <a:lnTo>
                    <a:pt x="75236" y="5370"/>
                  </a:lnTo>
                  <a:lnTo>
                    <a:pt x="75236" y="7168"/>
                  </a:lnTo>
                  <a:lnTo>
                    <a:pt x="66270" y="7168"/>
                  </a:lnTo>
                  <a:lnTo>
                    <a:pt x="66270" y="5370"/>
                  </a:lnTo>
                  <a:lnTo>
                    <a:pt x="62687" y="5370"/>
                  </a:lnTo>
                  <a:lnTo>
                    <a:pt x="62687" y="3584"/>
                  </a:lnTo>
                  <a:lnTo>
                    <a:pt x="59103" y="3584"/>
                  </a:lnTo>
                  <a:lnTo>
                    <a:pt x="59103" y="5370"/>
                  </a:lnTo>
                  <a:lnTo>
                    <a:pt x="51935" y="5370"/>
                  </a:lnTo>
                  <a:lnTo>
                    <a:pt x="51935" y="7168"/>
                  </a:lnTo>
                  <a:lnTo>
                    <a:pt x="34040" y="7168"/>
                  </a:lnTo>
                  <a:lnTo>
                    <a:pt x="34040" y="5370"/>
                  </a:lnTo>
                  <a:lnTo>
                    <a:pt x="30444" y="5370"/>
                  </a:lnTo>
                  <a:lnTo>
                    <a:pt x="30444" y="3584"/>
                  </a:lnTo>
                  <a:lnTo>
                    <a:pt x="25075" y="3584"/>
                  </a:lnTo>
                  <a:lnTo>
                    <a:pt x="25075" y="5370"/>
                  </a:lnTo>
                  <a:lnTo>
                    <a:pt x="21491" y="5370"/>
                  </a:lnTo>
                  <a:lnTo>
                    <a:pt x="21491" y="7168"/>
                  </a:lnTo>
                  <a:lnTo>
                    <a:pt x="17919" y="7168"/>
                  </a:lnTo>
                  <a:lnTo>
                    <a:pt x="17919" y="3584"/>
                  </a:lnTo>
                  <a:lnTo>
                    <a:pt x="16121" y="3584"/>
                  </a:lnTo>
                  <a:lnTo>
                    <a:pt x="16121" y="1798"/>
                  </a:lnTo>
                  <a:lnTo>
                    <a:pt x="14335" y="1798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7"/>
            <p:cNvSpPr/>
            <p:nvPr/>
          </p:nvSpPr>
          <p:spPr>
            <a:xfrm>
              <a:off x="3940650" y="3584500"/>
              <a:ext cx="268525" cy="179200"/>
            </a:xfrm>
            <a:custGeom>
              <a:rect b="b" l="l" r="r" t="t"/>
              <a:pathLst>
                <a:path extrusionOk="0" h="7168" w="10741">
                  <a:moveTo>
                    <a:pt x="1787" y="0"/>
                  </a:moveTo>
                  <a:lnTo>
                    <a:pt x="1787" y="1798"/>
                  </a:lnTo>
                  <a:lnTo>
                    <a:pt x="1" y="1798"/>
                  </a:lnTo>
                  <a:lnTo>
                    <a:pt x="1" y="5370"/>
                  </a:lnTo>
                  <a:lnTo>
                    <a:pt x="5371" y="5370"/>
                  </a:lnTo>
                  <a:lnTo>
                    <a:pt x="5371" y="7168"/>
                  </a:lnTo>
                  <a:lnTo>
                    <a:pt x="10740" y="7168"/>
                  </a:lnTo>
                  <a:lnTo>
                    <a:pt x="10740" y="5370"/>
                  </a:lnTo>
                  <a:lnTo>
                    <a:pt x="7157" y="5370"/>
                  </a:lnTo>
                  <a:lnTo>
                    <a:pt x="7157" y="3584"/>
                  </a:lnTo>
                  <a:lnTo>
                    <a:pt x="3573" y="358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0" name="Google Shape;1080;p37"/>
          <p:cNvGrpSpPr/>
          <p:nvPr/>
        </p:nvGrpSpPr>
        <p:grpSpPr>
          <a:xfrm>
            <a:off x="904734" y="3048313"/>
            <a:ext cx="420796" cy="423033"/>
            <a:chOff x="-3852025" y="2764950"/>
            <a:chExt cx="291450" cy="293000"/>
          </a:xfrm>
        </p:grpSpPr>
        <p:sp>
          <p:nvSpPr>
            <p:cNvPr id="1081" name="Google Shape;1081;p37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38"/>
          <p:cNvSpPr txBox="1"/>
          <p:nvPr>
            <p:ph type="title"/>
          </p:nvPr>
        </p:nvSpPr>
        <p:spPr>
          <a:xfrm>
            <a:off x="1838400" y="362963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Du Projet</a:t>
            </a:r>
            <a:endParaRPr sz="2700"/>
          </a:p>
        </p:txBody>
      </p:sp>
      <p:sp>
        <p:nvSpPr>
          <p:cNvPr id="1088" name="Google Shape;1088;p38"/>
          <p:cNvSpPr txBox="1"/>
          <p:nvPr/>
        </p:nvSpPr>
        <p:spPr>
          <a:xfrm>
            <a:off x="904725" y="1287638"/>
            <a:ext cx="3224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5. Site Web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089" name="Google Shape;1089;p38"/>
          <p:cNvSpPr txBox="1"/>
          <p:nvPr/>
        </p:nvSpPr>
        <p:spPr>
          <a:xfrm>
            <a:off x="904725" y="1739150"/>
            <a:ext cx="62376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chemeClr val="hlink"/>
                </a:solidFill>
                <a:hlinkClick r:id="rId3"/>
              </a:rPr>
              <a:t>La maquette du site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090" name="Google Shape;109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4459" y="2190650"/>
            <a:ext cx="3938128" cy="27863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1" name="Google Shape;1091;p38"/>
          <p:cNvGrpSpPr/>
          <p:nvPr/>
        </p:nvGrpSpPr>
        <p:grpSpPr>
          <a:xfrm>
            <a:off x="2692131" y="1224731"/>
            <a:ext cx="373736" cy="293055"/>
            <a:chOff x="-41694200" y="2382950"/>
            <a:chExt cx="317425" cy="248900"/>
          </a:xfrm>
        </p:grpSpPr>
        <p:sp>
          <p:nvSpPr>
            <p:cNvPr id="1092" name="Google Shape;1092;p38"/>
            <p:cNvSpPr/>
            <p:nvPr/>
          </p:nvSpPr>
          <p:spPr>
            <a:xfrm>
              <a:off x="-41694200" y="2382950"/>
              <a:ext cx="317425" cy="248900"/>
            </a:xfrm>
            <a:custGeom>
              <a:rect b="b" l="l" r="r" t="t"/>
              <a:pathLst>
                <a:path extrusionOk="0" h="9956" w="12697">
                  <a:moveTo>
                    <a:pt x="10555" y="851"/>
                  </a:moveTo>
                  <a:cubicBezTo>
                    <a:pt x="10807" y="851"/>
                    <a:pt x="10964" y="1040"/>
                    <a:pt x="10964" y="1292"/>
                  </a:cubicBezTo>
                  <a:lnTo>
                    <a:pt x="10964" y="7499"/>
                  </a:lnTo>
                  <a:lnTo>
                    <a:pt x="1576" y="7499"/>
                  </a:lnTo>
                  <a:lnTo>
                    <a:pt x="1576" y="1292"/>
                  </a:lnTo>
                  <a:lnTo>
                    <a:pt x="1607" y="1292"/>
                  </a:lnTo>
                  <a:cubicBezTo>
                    <a:pt x="1607" y="1040"/>
                    <a:pt x="1828" y="882"/>
                    <a:pt x="2017" y="851"/>
                  </a:cubicBezTo>
                  <a:close/>
                  <a:moveTo>
                    <a:pt x="8507" y="8286"/>
                  </a:moveTo>
                  <a:lnTo>
                    <a:pt x="8507" y="8727"/>
                  </a:lnTo>
                  <a:cubicBezTo>
                    <a:pt x="8507" y="8918"/>
                    <a:pt x="8633" y="9073"/>
                    <a:pt x="8777" y="9137"/>
                  </a:cubicBezTo>
                  <a:lnTo>
                    <a:pt x="1198" y="9137"/>
                  </a:lnTo>
                  <a:cubicBezTo>
                    <a:pt x="1009" y="9137"/>
                    <a:pt x="851" y="9011"/>
                    <a:pt x="788" y="8853"/>
                  </a:cubicBezTo>
                  <a:cubicBezTo>
                    <a:pt x="757" y="8759"/>
                    <a:pt x="788" y="8759"/>
                    <a:pt x="788" y="8286"/>
                  </a:cubicBezTo>
                  <a:close/>
                  <a:moveTo>
                    <a:pt x="10145" y="8286"/>
                  </a:moveTo>
                  <a:lnTo>
                    <a:pt x="10145" y="8727"/>
                  </a:lnTo>
                  <a:cubicBezTo>
                    <a:pt x="10145" y="8918"/>
                    <a:pt x="10254" y="9073"/>
                    <a:pt x="10402" y="9137"/>
                  </a:cubicBezTo>
                  <a:lnTo>
                    <a:pt x="9051" y="9137"/>
                  </a:lnTo>
                  <a:cubicBezTo>
                    <a:pt x="9186" y="9073"/>
                    <a:pt x="9294" y="8918"/>
                    <a:pt x="9294" y="8727"/>
                  </a:cubicBezTo>
                  <a:lnTo>
                    <a:pt x="9294" y="8286"/>
                  </a:lnTo>
                  <a:close/>
                  <a:moveTo>
                    <a:pt x="11783" y="8286"/>
                  </a:moveTo>
                  <a:lnTo>
                    <a:pt x="11783" y="8727"/>
                  </a:lnTo>
                  <a:cubicBezTo>
                    <a:pt x="11815" y="8979"/>
                    <a:pt x="11626" y="9137"/>
                    <a:pt x="11374" y="9137"/>
                  </a:cubicBezTo>
                  <a:lnTo>
                    <a:pt x="10720" y="9137"/>
                  </a:lnTo>
                  <a:cubicBezTo>
                    <a:pt x="10874" y="9073"/>
                    <a:pt x="10964" y="8918"/>
                    <a:pt x="10964" y="8727"/>
                  </a:cubicBezTo>
                  <a:lnTo>
                    <a:pt x="10964" y="8286"/>
                  </a:lnTo>
                  <a:close/>
                  <a:moveTo>
                    <a:pt x="2048" y="0"/>
                  </a:moveTo>
                  <a:cubicBezTo>
                    <a:pt x="1387" y="0"/>
                    <a:pt x="788" y="536"/>
                    <a:pt x="820" y="1261"/>
                  </a:cubicBezTo>
                  <a:lnTo>
                    <a:pt x="820" y="7467"/>
                  </a:lnTo>
                  <a:lnTo>
                    <a:pt x="347" y="7467"/>
                  </a:lnTo>
                  <a:cubicBezTo>
                    <a:pt x="158" y="7467"/>
                    <a:pt x="0" y="7625"/>
                    <a:pt x="0" y="7814"/>
                  </a:cubicBezTo>
                  <a:lnTo>
                    <a:pt x="0" y="8696"/>
                  </a:lnTo>
                  <a:cubicBezTo>
                    <a:pt x="0" y="9357"/>
                    <a:pt x="568" y="9956"/>
                    <a:pt x="1229" y="9956"/>
                  </a:cubicBezTo>
                  <a:lnTo>
                    <a:pt x="11437" y="9956"/>
                  </a:lnTo>
                  <a:cubicBezTo>
                    <a:pt x="12098" y="9956"/>
                    <a:pt x="12697" y="9389"/>
                    <a:pt x="12697" y="8696"/>
                  </a:cubicBezTo>
                  <a:lnTo>
                    <a:pt x="12697" y="7877"/>
                  </a:lnTo>
                  <a:cubicBezTo>
                    <a:pt x="12634" y="7656"/>
                    <a:pt x="12445" y="7467"/>
                    <a:pt x="12224" y="7467"/>
                  </a:cubicBezTo>
                  <a:lnTo>
                    <a:pt x="11815" y="7467"/>
                  </a:lnTo>
                  <a:lnTo>
                    <a:pt x="11815" y="1261"/>
                  </a:lnTo>
                  <a:cubicBezTo>
                    <a:pt x="11815" y="567"/>
                    <a:pt x="11279" y="0"/>
                    <a:pt x="105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-41586600" y="2425550"/>
              <a:ext cx="107450" cy="102925"/>
            </a:xfrm>
            <a:custGeom>
              <a:rect b="b" l="l" r="r" t="t"/>
              <a:pathLst>
                <a:path extrusionOk="0" h="4117" w="4298">
                  <a:moveTo>
                    <a:pt x="1147" y="1037"/>
                  </a:moveTo>
                  <a:lnTo>
                    <a:pt x="2218" y="1384"/>
                  </a:lnTo>
                  <a:lnTo>
                    <a:pt x="1493" y="2108"/>
                  </a:lnTo>
                  <a:lnTo>
                    <a:pt x="1147" y="1037"/>
                  </a:lnTo>
                  <a:close/>
                  <a:moveTo>
                    <a:pt x="466" y="1"/>
                  </a:moveTo>
                  <a:cubicBezTo>
                    <a:pt x="209" y="1"/>
                    <a:pt x="1" y="267"/>
                    <a:pt x="107" y="533"/>
                  </a:cubicBezTo>
                  <a:lnTo>
                    <a:pt x="926" y="3022"/>
                  </a:lnTo>
                  <a:cubicBezTo>
                    <a:pt x="987" y="3184"/>
                    <a:pt x="1164" y="3293"/>
                    <a:pt x="1341" y="3293"/>
                  </a:cubicBezTo>
                  <a:cubicBezTo>
                    <a:pt x="1441" y="3293"/>
                    <a:pt x="1540" y="3259"/>
                    <a:pt x="1619" y="3180"/>
                  </a:cubicBezTo>
                  <a:lnTo>
                    <a:pt x="2155" y="2613"/>
                  </a:lnTo>
                  <a:lnTo>
                    <a:pt x="3541" y="3999"/>
                  </a:lnTo>
                  <a:cubicBezTo>
                    <a:pt x="3620" y="4077"/>
                    <a:pt x="3730" y="4117"/>
                    <a:pt x="3840" y="4117"/>
                  </a:cubicBezTo>
                  <a:cubicBezTo>
                    <a:pt x="3951" y="4117"/>
                    <a:pt x="4061" y="4077"/>
                    <a:pt x="4140" y="3999"/>
                  </a:cubicBezTo>
                  <a:cubicBezTo>
                    <a:pt x="4297" y="3841"/>
                    <a:pt x="4297" y="3558"/>
                    <a:pt x="4140" y="3400"/>
                  </a:cubicBezTo>
                  <a:lnTo>
                    <a:pt x="2722" y="2077"/>
                  </a:lnTo>
                  <a:lnTo>
                    <a:pt x="3258" y="1510"/>
                  </a:lnTo>
                  <a:cubicBezTo>
                    <a:pt x="3510" y="1289"/>
                    <a:pt x="3384" y="911"/>
                    <a:pt x="3100" y="848"/>
                  </a:cubicBezTo>
                  <a:lnTo>
                    <a:pt x="611" y="29"/>
                  </a:lnTo>
                  <a:cubicBezTo>
                    <a:pt x="562" y="10"/>
                    <a:pt x="514" y="1"/>
                    <a:pt x="4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94" name="Google Shape;1094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4988" y="2343050"/>
            <a:ext cx="2648050" cy="26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39"/>
          <p:cNvSpPr txBox="1"/>
          <p:nvPr>
            <p:ph type="title"/>
          </p:nvPr>
        </p:nvSpPr>
        <p:spPr>
          <a:xfrm>
            <a:off x="1838400" y="362963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Du Projet</a:t>
            </a:r>
            <a:endParaRPr sz="2700"/>
          </a:p>
        </p:txBody>
      </p:sp>
      <p:sp>
        <p:nvSpPr>
          <p:cNvPr id="1100" name="Google Shape;1100;p39"/>
          <p:cNvSpPr txBox="1"/>
          <p:nvPr/>
        </p:nvSpPr>
        <p:spPr>
          <a:xfrm>
            <a:off x="1347900" y="1287638"/>
            <a:ext cx="3224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5. Flask 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1101" name="Google Shape;1101;p39"/>
          <p:cNvGrpSpPr/>
          <p:nvPr/>
        </p:nvGrpSpPr>
        <p:grpSpPr>
          <a:xfrm>
            <a:off x="5976263" y="830663"/>
            <a:ext cx="2194050" cy="492650"/>
            <a:chOff x="2955425" y="3449950"/>
            <a:chExt cx="2194050" cy="492650"/>
          </a:xfrm>
        </p:grpSpPr>
        <p:sp>
          <p:nvSpPr>
            <p:cNvPr id="1102" name="Google Shape;1102;p39"/>
            <p:cNvSpPr/>
            <p:nvPr/>
          </p:nvSpPr>
          <p:spPr>
            <a:xfrm>
              <a:off x="2955425" y="3449950"/>
              <a:ext cx="2194050" cy="492650"/>
            </a:xfrm>
            <a:custGeom>
              <a:rect b="b" l="l" r="r" t="t"/>
              <a:pathLst>
                <a:path extrusionOk="0" h="19706" w="87762">
                  <a:moveTo>
                    <a:pt x="50149" y="1"/>
                  </a:moveTo>
                  <a:lnTo>
                    <a:pt x="50149" y="1811"/>
                  </a:lnTo>
                  <a:lnTo>
                    <a:pt x="46566" y="1811"/>
                  </a:lnTo>
                  <a:lnTo>
                    <a:pt x="46566" y="3680"/>
                  </a:lnTo>
                  <a:lnTo>
                    <a:pt x="44780" y="3680"/>
                  </a:lnTo>
                  <a:lnTo>
                    <a:pt x="44780" y="5382"/>
                  </a:lnTo>
                  <a:lnTo>
                    <a:pt x="41196" y="5382"/>
                  </a:lnTo>
                  <a:lnTo>
                    <a:pt x="41196" y="7180"/>
                  </a:lnTo>
                  <a:lnTo>
                    <a:pt x="39410" y="7180"/>
                  </a:lnTo>
                  <a:lnTo>
                    <a:pt x="39410" y="10752"/>
                  </a:lnTo>
                  <a:lnTo>
                    <a:pt x="35826" y="10752"/>
                  </a:lnTo>
                  <a:lnTo>
                    <a:pt x="35826" y="7180"/>
                  </a:lnTo>
                  <a:lnTo>
                    <a:pt x="34040" y="7180"/>
                  </a:lnTo>
                  <a:lnTo>
                    <a:pt x="34040" y="5382"/>
                  </a:lnTo>
                  <a:lnTo>
                    <a:pt x="32230" y="5382"/>
                  </a:lnTo>
                  <a:lnTo>
                    <a:pt x="32230" y="3680"/>
                  </a:lnTo>
                  <a:lnTo>
                    <a:pt x="25075" y="3597"/>
                  </a:lnTo>
                  <a:lnTo>
                    <a:pt x="25075" y="5382"/>
                  </a:lnTo>
                  <a:lnTo>
                    <a:pt x="19705" y="5382"/>
                  </a:lnTo>
                  <a:lnTo>
                    <a:pt x="19705" y="7180"/>
                  </a:lnTo>
                  <a:lnTo>
                    <a:pt x="16121" y="7180"/>
                  </a:lnTo>
                  <a:lnTo>
                    <a:pt x="16121" y="8966"/>
                  </a:lnTo>
                  <a:lnTo>
                    <a:pt x="14335" y="8966"/>
                  </a:lnTo>
                  <a:lnTo>
                    <a:pt x="14335" y="10752"/>
                  </a:lnTo>
                  <a:lnTo>
                    <a:pt x="12526" y="10752"/>
                  </a:lnTo>
                  <a:lnTo>
                    <a:pt x="12526" y="12550"/>
                  </a:lnTo>
                  <a:lnTo>
                    <a:pt x="7156" y="12550"/>
                  </a:lnTo>
                  <a:lnTo>
                    <a:pt x="7156" y="14336"/>
                  </a:lnTo>
                  <a:lnTo>
                    <a:pt x="5370" y="14336"/>
                  </a:lnTo>
                  <a:lnTo>
                    <a:pt x="5370" y="16122"/>
                  </a:lnTo>
                  <a:lnTo>
                    <a:pt x="1786" y="16122"/>
                  </a:lnTo>
                  <a:lnTo>
                    <a:pt x="1786" y="17920"/>
                  </a:lnTo>
                  <a:lnTo>
                    <a:pt x="0" y="17920"/>
                  </a:lnTo>
                  <a:lnTo>
                    <a:pt x="0" y="19706"/>
                  </a:lnTo>
                  <a:lnTo>
                    <a:pt x="87761" y="19706"/>
                  </a:lnTo>
                  <a:lnTo>
                    <a:pt x="87761" y="17920"/>
                  </a:lnTo>
                  <a:lnTo>
                    <a:pt x="80605" y="17920"/>
                  </a:lnTo>
                  <a:lnTo>
                    <a:pt x="80605" y="16122"/>
                  </a:lnTo>
                  <a:lnTo>
                    <a:pt x="78808" y="16122"/>
                  </a:lnTo>
                  <a:lnTo>
                    <a:pt x="78808" y="14336"/>
                  </a:lnTo>
                  <a:lnTo>
                    <a:pt x="75236" y="14336"/>
                  </a:lnTo>
                  <a:lnTo>
                    <a:pt x="75236" y="12550"/>
                  </a:lnTo>
                  <a:lnTo>
                    <a:pt x="71640" y="12550"/>
                  </a:lnTo>
                  <a:lnTo>
                    <a:pt x="71640" y="10752"/>
                  </a:lnTo>
                  <a:lnTo>
                    <a:pt x="69854" y="10752"/>
                  </a:lnTo>
                  <a:lnTo>
                    <a:pt x="69854" y="7180"/>
                  </a:lnTo>
                  <a:lnTo>
                    <a:pt x="66270" y="7180"/>
                  </a:lnTo>
                  <a:lnTo>
                    <a:pt x="66270" y="5382"/>
                  </a:lnTo>
                  <a:lnTo>
                    <a:pt x="62687" y="5382"/>
                  </a:lnTo>
                  <a:lnTo>
                    <a:pt x="62687" y="3597"/>
                  </a:lnTo>
                  <a:lnTo>
                    <a:pt x="60901" y="3597"/>
                  </a:lnTo>
                  <a:lnTo>
                    <a:pt x="60901" y="1811"/>
                  </a:lnTo>
                  <a:lnTo>
                    <a:pt x="57317" y="1811"/>
                  </a:lnTo>
                  <a:lnTo>
                    <a:pt x="573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9"/>
            <p:cNvSpPr/>
            <p:nvPr/>
          </p:nvSpPr>
          <p:spPr>
            <a:xfrm>
              <a:off x="2955425" y="3718750"/>
              <a:ext cx="2194050" cy="223850"/>
            </a:xfrm>
            <a:custGeom>
              <a:rect b="b" l="l" r="r" t="t"/>
              <a:pathLst>
                <a:path extrusionOk="0" h="8954" w="87762">
                  <a:moveTo>
                    <a:pt x="12526" y="0"/>
                  </a:moveTo>
                  <a:lnTo>
                    <a:pt x="12526" y="1798"/>
                  </a:lnTo>
                  <a:lnTo>
                    <a:pt x="7156" y="1798"/>
                  </a:lnTo>
                  <a:lnTo>
                    <a:pt x="7156" y="3584"/>
                  </a:lnTo>
                  <a:lnTo>
                    <a:pt x="5370" y="3584"/>
                  </a:lnTo>
                  <a:lnTo>
                    <a:pt x="5370" y="5370"/>
                  </a:lnTo>
                  <a:lnTo>
                    <a:pt x="1786" y="5370"/>
                  </a:lnTo>
                  <a:lnTo>
                    <a:pt x="1786" y="7168"/>
                  </a:lnTo>
                  <a:lnTo>
                    <a:pt x="0" y="7168"/>
                  </a:lnTo>
                  <a:lnTo>
                    <a:pt x="0" y="8954"/>
                  </a:lnTo>
                  <a:lnTo>
                    <a:pt x="87761" y="8954"/>
                  </a:lnTo>
                  <a:lnTo>
                    <a:pt x="87761" y="7168"/>
                  </a:lnTo>
                  <a:lnTo>
                    <a:pt x="80605" y="7168"/>
                  </a:lnTo>
                  <a:lnTo>
                    <a:pt x="80605" y="5370"/>
                  </a:lnTo>
                  <a:lnTo>
                    <a:pt x="78808" y="5370"/>
                  </a:lnTo>
                  <a:lnTo>
                    <a:pt x="78808" y="3584"/>
                  </a:lnTo>
                  <a:lnTo>
                    <a:pt x="75236" y="3584"/>
                  </a:lnTo>
                  <a:lnTo>
                    <a:pt x="75236" y="1798"/>
                  </a:lnTo>
                  <a:lnTo>
                    <a:pt x="71640" y="1798"/>
                  </a:lnTo>
                  <a:lnTo>
                    <a:pt x="71640" y="0"/>
                  </a:lnTo>
                  <a:lnTo>
                    <a:pt x="69854" y="0"/>
                  </a:lnTo>
                  <a:lnTo>
                    <a:pt x="69854" y="3584"/>
                  </a:lnTo>
                  <a:lnTo>
                    <a:pt x="73426" y="3584"/>
                  </a:lnTo>
                  <a:lnTo>
                    <a:pt x="73426" y="5370"/>
                  </a:lnTo>
                  <a:lnTo>
                    <a:pt x="75236" y="5370"/>
                  </a:lnTo>
                  <a:lnTo>
                    <a:pt x="75236" y="7168"/>
                  </a:lnTo>
                  <a:lnTo>
                    <a:pt x="66270" y="7168"/>
                  </a:lnTo>
                  <a:lnTo>
                    <a:pt x="66270" y="5370"/>
                  </a:lnTo>
                  <a:lnTo>
                    <a:pt x="62687" y="5370"/>
                  </a:lnTo>
                  <a:lnTo>
                    <a:pt x="62687" y="3584"/>
                  </a:lnTo>
                  <a:lnTo>
                    <a:pt x="59103" y="3584"/>
                  </a:lnTo>
                  <a:lnTo>
                    <a:pt x="59103" y="5370"/>
                  </a:lnTo>
                  <a:lnTo>
                    <a:pt x="51935" y="5370"/>
                  </a:lnTo>
                  <a:lnTo>
                    <a:pt x="51935" y="7168"/>
                  </a:lnTo>
                  <a:lnTo>
                    <a:pt x="34040" y="7168"/>
                  </a:lnTo>
                  <a:lnTo>
                    <a:pt x="34040" y="5370"/>
                  </a:lnTo>
                  <a:lnTo>
                    <a:pt x="30444" y="5370"/>
                  </a:lnTo>
                  <a:lnTo>
                    <a:pt x="30444" y="3584"/>
                  </a:lnTo>
                  <a:lnTo>
                    <a:pt x="25075" y="3584"/>
                  </a:lnTo>
                  <a:lnTo>
                    <a:pt x="25075" y="5370"/>
                  </a:lnTo>
                  <a:lnTo>
                    <a:pt x="21491" y="5370"/>
                  </a:lnTo>
                  <a:lnTo>
                    <a:pt x="21491" y="7168"/>
                  </a:lnTo>
                  <a:lnTo>
                    <a:pt x="17919" y="7168"/>
                  </a:lnTo>
                  <a:lnTo>
                    <a:pt x="17919" y="3584"/>
                  </a:lnTo>
                  <a:lnTo>
                    <a:pt x="16121" y="3584"/>
                  </a:lnTo>
                  <a:lnTo>
                    <a:pt x="16121" y="1798"/>
                  </a:lnTo>
                  <a:lnTo>
                    <a:pt x="14335" y="1798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9"/>
            <p:cNvSpPr/>
            <p:nvPr/>
          </p:nvSpPr>
          <p:spPr>
            <a:xfrm>
              <a:off x="3940650" y="3584500"/>
              <a:ext cx="268525" cy="179200"/>
            </a:xfrm>
            <a:custGeom>
              <a:rect b="b" l="l" r="r" t="t"/>
              <a:pathLst>
                <a:path extrusionOk="0" h="7168" w="10741">
                  <a:moveTo>
                    <a:pt x="1787" y="0"/>
                  </a:moveTo>
                  <a:lnTo>
                    <a:pt x="1787" y="1798"/>
                  </a:lnTo>
                  <a:lnTo>
                    <a:pt x="1" y="1798"/>
                  </a:lnTo>
                  <a:lnTo>
                    <a:pt x="1" y="5370"/>
                  </a:lnTo>
                  <a:lnTo>
                    <a:pt x="5371" y="5370"/>
                  </a:lnTo>
                  <a:lnTo>
                    <a:pt x="5371" y="7168"/>
                  </a:lnTo>
                  <a:lnTo>
                    <a:pt x="10740" y="7168"/>
                  </a:lnTo>
                  <a:lnTo>
                    <a:pt x="10740" y="5370"/>
                  </a:lnTo>
                  <a:lnTo>
                    <a:pt x="7157" y="5370"/>
                  </a:lnTo>
                  <a:lnTo>
                    <a:pt x="7157" y="3584"/>
                  </a:lnTo>
                  <a:lnTo>
                    <a:pt x="3573" y="358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105" name="Google Shape;11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288" y="1739150"/>
            <a:ext cx="6339425" cy="286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39"/>
          <p:cNvSpPr txBox="1"/>
          <p:nvPr>
            <p:ph type="title"/>
          </p:nvPr>
        </p:nvSpPr>
        <p:spPr>
          <a:xfrm>
            <a:off x="1838400" y="362963"/>
            <a:ext cx="54672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Schema Du Projet</a:t>
            </a:r>
            <a:endParaRPr sz="2700"/>
          </a:p>
        </p:txBody>
      </p:sp>
      <p:grpSp>
        <p:nvGrpSpPr>
          <p:cNvPr id="1107" name="Google Shape;1107;p39"/>
          <p:cNvGrpSpPr/>
          <p:nvPr/>
        </p:nvGrpSpPr>
        <p:grpSpPr>
          <a:xfrm>
            <a:off x="5976263" y="830663"/>
            <a:ext cx="2194050" cy="492650"/>
            <a:chOff x="2955425" y="3449950"/>
            <a:chExt cx="2194050" cy="492650"/>
          </a:xfrm>
        </p:grpSpPr>
        <p:sp>
          <p:nvSpPr>
            <p:cNvPr id="1108" name="Google Shape;1108;p39"/>
            <p:cNvSpPr/>
            <p:nvPr/>
          </p:nvSpPr>
          <p:spPr>
            <a:xfrm>
              <a:off x="2955425" y="3449950"/>
              <a:ext cx="2194050" cy="492650"/>
            </a:xfrm>
            <a:custGeom>
              <a:rect b="b" l="l" r="r" t="t"/>
              <a:pathLst>
                <a:path extrusionOk="0" h="19706" w="87762">
                  <a:moveTo>
                    <a:pt x="50149" y="1"/>
                  </a:moveTo>
                  <a:lnTo>
                    <a:pt x="50149" y="1811"/>
                  </a:lnTo>
                  <a:lnTo>
                    <a:pt x="46566" y="1811"/>
                  </a:lnTo>
                  <a:lnTo>
                    <a:pt x="46566" y="3680"/>
                  </a:lnTo>
                  <a:lnTo>
                    <a:pt x="44780" y="3680"/>
                  </a:lnTo>
                  <a:lnTo>
                    <a:pt x="44780" y="5382"/>
                  </a:lnTo>
                  <a:lnTo>
                    <a:pt x="41196" y="5382"/>
                  </a:lnTo>
                  <a:lnTo>
                    <a:pt x="41196" y="7180"/>
                  </a:lnTo>
                  <a:lnTo>
                    <a:pt x="39410" y="7180"/>
                  </a:lnTo>
                  <a:lnTo>
                    <a:pt x="39410" y="10752"/>
                  </a:lnTo>
                  <a:lnTo>
                    <a:pt x="35826" y="10752"/>
                  </a:lnTo>
                  <a:lnTo>
                    <a:pt x="35826" y="7180"/>
                  </a:lnTo>
                  <a:lnTo>
                    <a:pt x="34040" y="7180"/>
                  </a:lnTo>
                  <a:lnTo>
                    <a:pt x="34040" y="5382"/>
                  </a:lnTo>
                  <a:lnTo>
                    <a:pt x="32230" y="5382"/>
                  </a:lnTo>
                  <a:lnTo>
                    <a:pt x="32230" y="3680"/>
                  </a:lnTo>
                  <a:lnTo>
                    <a:pt x="25075" y="3597"/>
                  </a:lnTo>
                  <a:lnTo>
                    <a:pt x="25075" y="5382"/>
                  </a:lnTo>
                  <a:lnTo>
                    <a:pt x="19705" y="5382"/>
                  </a:lnTo>
                  <a:lnTo>
                    <a:pt x="19705" y="7180"/>
                  </a:lnTo>
                  <a:lnTo>
                    <a:pt x="16121" y="7180"/>
                  </a:lnTo>
                  <a:lnTo>
                    <a:pt x="16121" y="8966"/>
                  </a:lnTo>
                  <a:lnTo>
                    <a:pt x="14335" y="8966"/>
                  </a:lnTo>
                  <a:lnTo>
                    <a:pt x="14335" y="10752"/>
                  </a:lnTo>
                  <a:lnTo>
                    <a:pt x="12526" y="10752"/>
                  </a:lnTo>
                  <a:lnTo>
                    <a:pt x="12526" y="12550"/>
                  </a:lnTo>
                  <a:lnTo>
                    <a:pt x="7156" y="12550"/>
                  </a:lnTo>
                  <a:lnTo>
                    <a:pt x="7156" y="14336"/>
                  </a:lnTo>
                  <a:lnTo>
                    <a:pt x="5370" y="14336"/>
                  </a:lnTo>
                  <a:lnTo>
                    <a:pt x="5370" y="16122"/>
                  </a:lnTo>
                  <a:lnTo>
                    <a:pt x="1786" y="16122"/>
                  </a:lnTo>
                  <a:lnTo>
                    <a:pt x="1786" y="17920"/>
                  </a:lnTo>
                  <a:lnTo>
                    <a:pt x="0" y="17920"/>
                  </a:lnTo>
                  <a:lnTo>
                    <a:pt x="0" y="19706"/>
                  </a:lnTo>
                  <a:lnTo>
                    <a:pt x="87761" y="19706"/>
                  </a:lnTo>
                  <a:lnTo>
                    <a:pt x="87761" y="17920"/>
                  </a:lnTo>
                  <a:lnTo>
                    <a:pt x="80605" y="17920"/>
                  </a:lnTo>
                  <a:lnTo>
                    <a:pt x="80605" y="16122"/>
                  </a:lnTo>
                  <a:lnTo>
                    <a:pt x="78808" y="16122"/>
                  </a:lnTo>
                  <a:lnTo>
                    <a:pt x="78808" y="14336"/>
                  </a:lnTo>
                  <a:lnTo>
                    <a:pt x="75236" y="14336"/>
                  </a:lnTo>
                  <a:lnTo>
                    <a:pt x="75236" y="12550"/>
                  </a:lnTo>
                  <a:lnTo>
                    <a:pt x="71640" y="12550"/>
                  </a:lnTo>
                  <a:lnTo>
                    <a:pt x="71640" y="10752"/>
                  </a:lnTo>
                  <a:lnTo>
                    <a:pt x="69854" y="10752"/>
                  </a:lnTo>
                  <a:lnTo>
                    <a:pt x="69854" y="7180"/>
                  </a:lnTo>
                  <a:lnTo>
                    <a:pt x="66270" y="7180"/>
                  </a:lnTo>
                  <a:lnTo>
                    <a:pt x="66270" y="5382"/>
                  </a:lnTo>
                  <a:lnTo>
                    <a:pt x="62687" y="5382"/>
                  </a:lnTo>
                  <a:lnTo>
                    <a:pt x="62687" y="3597"/>
                  </a:lnTo>
                  <a:lnTo>
                    <a:pt x="60901" y="3597"/>
                  </a:lnTo>
                  <a:lnTo>
                    <a:pt x="60901" y="1811"/>
                  </a:lnTo>
                  <a:lnTo>
                    <a:pt x="57317" y="1811"/>
                  </a:lnTo>
                  <a:lnTo>
                    <a:pt x="5731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9"/>
            <p:cNvSpPr/>
            <p:nvPr/>
          </p:nvSpPr>
          <p:spPr>
            <a:xfrm>
              <a:off x="2955425" y="3718750"/>
              <a:ext cx="2194050" cy="223850"/>
            </a:xfrm>
            <a:custGeom>
              <a:rect b="b" l="l" r="r" t="t"/>
              <a:pathLst>
                <a:path extrusionOk="0" h="8954" w="87762">
                  <a:moveTo>
                    <a:pt x="12526" y="0"/>
                  </a:moveTo>
                  <a:lnTo>
                    <a:pt x="12526" y="1798"/>
                  </a:lnTo>
                  <a:lnTo>
                    <a:pt x="7156" y="1798"/>
                  </a:lnTo>
                  <a:lnTo>
                    <a:pt x="7156" y="3584"/>
                  </a:lnTo>
                  <a:lnTo>
                    <a:pt x="5370" y="3584"/>
                  </a:lnTo>
                  <a:lnTo>
                    <a:pt x="5370" y="5370"/>
                  </a:lnTo>
                  <a:lnTo>
                    <a:pt x="1786" y="5370"/>
                  </a:lnTo>
                  <a:lnTo>
                    <a:pt x="1786" y="7168"/>
                  </a:lnTo>
                  <a:lnTo>
                    <a:pt x="0" y="7168"/>
                  </a:lnTo>
                  <a:lnTo>
                    <a:pt x="0" y="8954"/>
                  </a:lnTo>
                  <a:lnTo>
                    <a:pt x="87761" y="8954"/>
                  </a:lnTo>
                  <a:lnTo>
                    <a:pt x="87761" y="7168"/>
                  </a:lnTo>
                  <a:lnTo>
                    <a:pt x="80605" y="7168"/>
                  </a:lnTo>
                  <a:lnTo>
                    <a:pt x="80605" y="5370"/>
                  </a:lnTo>
                  <a:lnTo>
                    <a:pt x="78808" y="5370"/>
                  </a:lnTo>
                  <a:lnTo>
                    <a:pt x="78808" y="3584"/>
                  </a:lnTo>
                  <a:lnTo>
                    <a:pt x="75236" y="3584"/>
                  </a:lnTo>
                  <a:lnTo>
                    <a:pt x="75236" y="1798"/>
                  </a:lnTo>
                  <a:lnTo>
                    <a:pt x="71640" y="1798"/>
                  </a:lnTo>
                  <a:lnTo>
                    <a:pt x="71640" y="0"/>
                  </a:lnTo>
                  <a:lnTo>
                    <a:pt x="69854" y="0"/>
                  </a:lnTo>
                  <a:lnTo>
                    <a:pt x="69854" y="3584"/>
                  </a:lnTo>
                  <a:lnTo>
                    <a:pt x="73426" y="3584"/>
                  </a:lnTo>
                  <a:lnTo>
                    <a:pt x="73426" y="5370"/>
                  </a:lnTo>
                  <a:lnTo>
                    <a:pt x="75236" y="5370"/>
                  </a:lnTo>
                  <a:lnTo>
                    <a:pt x="75236" y="7168"/>
                  </a:lnTo>
                  <a:lnTo>
                    <a:pt x="66270" y="7168"/>
                  </a:lnTo>
                  <a:lnTo>
                    <a:pt x="66270" y="5370"/>
                  </a:lnTo>
                  <a:lnTo>
                    <a:pt x="62687" y="5370"/>
                  </a:lnTo>
                  <a:lnTo>
                    <a:pt x="62687" y="3584"/>
                  </a:lnTo>
                  <a:lnTo>
                    <a:pt x="59103" y="3584"/>
                  </a:lnTo>
                  <a:lnTo>
                    <a:pt x="59103" y="5370"/>
                  </a:lnTo>
                  <a:lnTo>
                    <a:pt x="51935" y="5370"/>
                  </a:lnTo>
                  <a:lnTo>
                    <a:pt x="51935" y="7168"/>
                  </a:lnTo>
                  <a:lnTo>
                    <a:pt x="34040" y="7168"/>
                  </a:lnTo>
                  <a:lnTo>
                    <a:pt x="34040" y="5370"/>
                  </a:lnTo>
                  <a:lnTo>
                    <a:pt x="30444" y="5370"/>
                  </a:lnTo>
                  <a:lnTo>
                    <a:pt x="30444" y="3584"/>
                  </a:lnTo>
                  <a:lnTo>
                    <a:pt x="25075" y="3584"/>
                  </a:lnTo>
                  <a:lnTo>
                    <a:pt x="25075" y="5370"/>
                  </a:lnTo>
                  <a:lnTo>
                    <a:pt x="21491" y="5370"/>
                  </a:lnTo>
                  <a:lnTo>
                    <a:pt x="21491" y="7168"/>
                  </a:lnTo>
                  <a:lnTo>
                    <a:pt x="17919" y="7168"/>
                  </a:lnTo>
                  <a:lnTo>
                    <a:pt x="17919" y="3584"/>
                  </a:lnTo>
                  <a:lnTo>
                    <a:pt x="16121" y="3584"/>
                  </a:lnTo>
                  <a:lnTo>
                    <a:pt x="16121" y="1798"/>
                  </a:lnTo>
                  <a:lnTo>
                    <a:pt x="14335" y="1798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9"/>
            <p:cNvSpPr/>
            <p:nvPr/>
          </p:nvSpPr>
          <p:spPr>
            <a:xfrm>
              <a:off x="3940650" y="3584500"/>
              <a:ext cx="268525" cy="179200"/>
            </a:xfrm>
            <a:custGeom>
              <a:rect b="b" l="l" r="r" t="t"/>
              <a:pathLst>
                <a:path extrusionOk="0" h="7168" w="10741">
                  <a:moveTo>
                    <a:pt x="1787" y="0"/>
                  </a:moveTo>
                  <a:lnTo>
                    <a:pt x="1787" y="1798"/>
                  </a:lnTo>
                  <a:lnTo>
                    <a:pt x="1" y="1798"/>
                  </a:lnTo>
                  <a:lnTo>
                    <a:pt x="1" y="5370"/>
                  </a:lnTo>
                  <a:lnTo>
                    <a:pt x="5371" y="5370"/>
                  </a:lnTo>
                  <a:lnTo>
                    <a:pt x="5371" y="7168"/>
                  </a:lnTo>
                  <a:lnTo>
                    <a:pt x="10740" y="7168"/>
                  </a:lnTo>
                  <a:lnTo>
                    <a:pt x="10740" y="5370"/>
                  </a:lnTo>
                  <a:lnTo>
                    <a:pt x="7157" y="5370"/>
                  </a:lnTo>
                  <a:lnTo>
                    <a:pt x="7157" y="3584"/>
                  </a:lnTo>
                  <a:lnTo>
                    <a:pt x="3573" y="3584"/>
                  </a:lnTo>
                  <a:lnTo>
                    <a:pt x="35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40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Interaction/interface humain machine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6" name="Google Shape;1116;p40"/>
          <p:cNvCxnSpPr/>
          <p:nvPr/>
        </p:nvCxnSpPr>
        <p:spPr>
          <a:xfrm>
            <a:off x="4511213" y="4921250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7" name="Google Shape;1117;p40"/>
          <p:cNvPicPr preferRelativeResize="0"/>
          <p:nvPr/>
        </p:nvPicPr>
        <p:blipFill rotWithShape="1">
          <a:blip r:embed="rId3">
            <a:alphaModFix/>
          </a:blip>
          <a:srcRect b="23339" l="27450" r="21125" t="9011"/>
          <a:stretch/>
        </p:blipFill>
        <p:spPr>
          <a:xfrm>
            <a:off x="991862" y="2042800"/>
            <a:ext cx="2282527" cy="2255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40"/>
          <p:cNvPicPr preferRelativeResize="0"/>
          <p:nvPr/>
        </p:nvPicPr>
        <p:blipFill rotWithShape="1">
          <a:blip r:embed="rId4">
            <a:alphaModFix/>
          </a:blip>
          <a:srcRect b="10094" l="29800" r="31749" t="55620"/>
          <a:stretch/>
        </p:blipFill>
        <p:spPr>
          <a:xfrm>
            <a:off x="3964015" y="2498412"/>
            <a:ext cx="1342689" cy="159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9" name="Google Shape;1119;p40"/>
          <p:cNvPicPr preferRelativeResize="0"/>
          <p:nvPr/>
        </p:nvPicPr>
        <p:blipFill rotWithShape="1">
          <a:blip r:embed="rId5">
            <a:alphaModFix/>
          </a:blip>
          <a:srcRect b="26699" l="21405" r="26867" t="34392"/>
          <a:stretch/>
        </p:blipFill>
        <p:spPr>
          <a:xfrm>
            <a:off x="6027497" y="2106312"/>
            <a:ext cx="2124639" cy="2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41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Interaction/interface humain machine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5" name="Google Shape;1125;p41"/>
          <p:cNvCxnSpPr/>
          <p:nvPr/>
        </p:nvCxnSpPr>
        <p:spPr>
          <a:xfrm>
            <a:off x="4182500" y="4614600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26" name="Google Shape;1126;p41"/>
          <p:cNvPicPr preferRelativeResize="0"/>
          <p:nvPr/>
        </p:nvPicPr>
        <p:blipFill rotWithShape="1">
          <a:blip r:embed="rId3">
            <a:alphaModFix/>
          </a:blip>
          <a:srcRect b="10302" l="13836" r="9594" t="29979"/>
          <a:stretch/>
        </p:blipFill>
        <p:spPr>
          <a:xfrm>
            <a:off x="4652750" y="2309025"/>
            <a:ext cx="3642051" cy="213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41"/>
          <p:cNvPicPr preferRelativeResize="0"/>
          <p:nvPr/>
        </p:nvPicPr>
        <p:blipFill rotWithShape="1">
          <a:blip r:embed="rId4">
            <a:alphaModFix/>
          </a:blip>
          <a:srcRect b="24809" l="25517" r="24313" t="36799"/>
          <a:stretch/>
        </p:blipFill>
        <p:spPr>
          <a:xfrm>
            <a:off x="1251250" y="1808600"/>
            <a:ext cx="2699002" cy="275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42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Interaction/interface humain machine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3" name="Google Shape;1133;p42"/>
          <p:cNvCxnSpPr/>
          <p:nvPr/>
        </p:nvCxnSpPr>
        <p:spPr>
          <a:xfrm>
            <a:off x="4572000" y="4608575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4" name="Google Shape;11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0188" y="2052800"/>
            <a:ext cx="3012875" cy="214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1982" y="2052788"/>
            <a:ext cx="4048731" cy="2145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42"/>
          <p:cNvSpPr txBox="1"/>
          <p:nvPr/>
        </p:nvSpPr>
        <p:spPr>
          <a:xfrm>
            <a:off x="904575" y="1601300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Page d’accueil de Lisa :			   Page d’accueil de Sylvie :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1137" name="Google Shape;1137;p42"/>
          <p:cNvGrpSpPr/>
          <p:nvPr/>
        </p:nvGrpSpPr>
        <p:grpSpPr>
          <a:xfrm>
            <a:off x="3961171" y="4389162"/>
            <a:ext cx="420796" cy="371887"/>
            <a:chOff x="-3137650" y="2787000"/>
            <a:chExt cx="291450" cy="257575"/>
          </a:xfrm>
        </p:grpSpPr>
        <p:sp>
          <p:nvSpPr>
            <p:cNvPr id="1138" name="Google Shape;1138;p42"/>
            <p:cNvSpPr/>
            <p:nvPr/>
          </p:nvSpPr>
          <p:spPr>
            <a:xfrm>
              <a:off x="-3137650" y="2787000"/>
              <a:ext cx="291450" cy="257575"/>
            </a:xfrm>
            <a:custGeom>
              <a:rect b="b" l="l" r="r" t="t"/>
              <a:pathLst>
                <a:path extrusionOk="0" h="10303" w="11658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2"/>
            <p:cNvSpPr/>
            <p:nvPr/>
          </p:nvSpPr>
          <p:spPr>
            <a:xfrm>
              <a:off x="-3104575" y="28208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2"/>
            <p:cNvSpPr/>
            <p:nvPr/>
          </p:nvSpPr>
          <p:spPr>
            <a:xfrm>
              <a:off x="-306990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2"/>
            <p:cNvSpPr/>
            <p:nvPr/>
          </p:nvSpPr>
          <p:spPr>
            <a:xfrm>
              <a:off x="-303525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2"/>
            <p:cNvSpPr/>
            <p:nvPr/>
          </p:nvSpPr>
          <p:spPr>
            <a:xfrm>
              <a:off x="-3002175" y="2820875"/>
              <a:ext cx="121325" cy="17350"/>
            </a:xfrm>
            <a:custGeom>
              <a:rect b="b" l="l" r="r" t="t"/>
              <a:pathLst>
                <a:path extrusionOk="0" h="694" w="4853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2"/>
            <p:cNvSpPr/>
            <p:nvPr/>
          </p:nvSpPr>
          <p:spPr>
            <a:xfrm>
              <a:off x="-2948625" y="2907300"/>
              <a:ext cx="52025" cy="85300"/>
            </a:xfrm>
            <a:custGeom>
              <a:rect b="b" l="l" r="r" t="t"/>
              <a:pathLst>
                <a:path extrusionOk="0" h="3412" w="2081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2"/>
            <p:cNvSpPr/>
            <p:nvPr/>
          </p:nvSpPr>
          <p:spPr>
            <a:xfrm>
              <a:off x="-3088025" y="2907300"/>
              <a:ext cx="53575" cy="85300"/>
            </a:xfrm>
            <a:custGeom>
              <a:rect b="b" l="l" r="r" t="t"/>
              <a:pathLst>
                <a:path extrusionOk="0" h="3412" w="2143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2"/>
            <p:cNvSpPr/>
            <p:nvPr/>
          </p:nvSpPr>
          <p:spPr>
            <a:xfrm>
              <a:off x="-3019500" y="2888975"/>
              <a:ext cx="54375" cy="119400"/>
            </a:xfrm>
            <a:custGeom>
              <a:rect b="b" l="l" r="r" t="t"/>
              <a:pathLst>
                <a:path extrusionOk="0" h="4776" w="2175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6" name="Google Shape;1146;p42"/>
          <p:cNvSpPr/>
          <p:nvPr/>
        </p:nvSpPr>
        <p:spPr>
          <a:xfrm>
            <a:off x="7411097" y="1371669"/>
            <a:ext cx="359154" cy="358199"/>
          </a:xfrm>
          <a:custGeom>
            <a:rect b="b" l="l" r="r" t="t"/>
            <a:pathLst>
              <a:path extrusionOk="0" h="12004" w="12036">
                <a:moveTo>
                  <a:pt x="1450" y="693"/>
                </a:moveTo>
                <a:lnTo>
                  <a:pt x="1450" y="1418"/>
                </a:lnTo>
                <a:lnTo>
                  <a:pt x="756" y="1418"/>
                </a:lnTo>
                <a:lnTo>
                  <a:pt x="756" y="693"/>
                </a:lnTo>
                <a:close/>
                <a:moveTo>
                  <a:pt x="11342" y="693"/>
                </a:moveTo>
                <a:lnTo>
                  <a:pt x="11342" y="1418"/>
                </a:lnTo>
                <a:lnTo>
                  <a:pt x="10618" y="1418"/>
                </a:lnTo>
                <a:lnTo>
                  <a:pt x="10618" y="693"/>
                </a:lnTo>
                <a:close/>
                <a:moveTo>
                  <a:pt x="6049" y="4191"/>
                </a:moveTo>
                <a:cubicBezTo>
                  <a:pt x="6270" y="4191"/>
                  <a:pt x="6427" y="4380"/>
                  <a:pt x="6427" y="4569"/>
                </a:cubicBezTo>
                <a:cubicBezTo>
                  <a:pt x="6427" y="4758"/>
                  <a:pt x="6270" y="4915"/>
                  <a:pt x="6049" y="4915"/>
                </a:cubicBezTo>
                <a:cubicBezTo>
                  <a:pt x="5860" y="4915"/>
                  <a:pt x="5703" y="4758"/>
                  <a:pt x="5703" y="4569"/>
                </a:cubicBezTo>
                <a:cubicBezTo>
                  <a:pt x="5703" y="4380"/>
                  <a:pt x="5860" y="4191"/>
                  <a:pt x="6049" y="4191"/>
                </a:cubicBezTo>
                <a:close/>
                <a:moveTo>
                  <a:pt x="6081" y="1040"/>
                </a:moveTo>
                <a:cubicBezTo>
                  <a:pt x="6144" y="1166"/>
                  <a:pt x="8381" y="5167"/>
                  <a:pt x="8475" y="5262"/>
                </a:cubicBezTo>
                <a:lnTo>
                  <a:pt x="7278" y="7026"/>
                </a:lnTo>
                <a:lnTo>
                  <a:pt x="6427" y="7026"/>
                </a:lnTo>
                <a:lnTo>
                  <a:pt x="6427" y="5577"/>
                </a:lnTo>
                <a:cubicBezTo>
                  <a:pt x="6805" y="5419"/>
                  <a:pt x="7120" y="5041"/>
                  <a:pt x="7120" y="4600"/>
                </a:cubicBezTo>
                <a:cubicBezTo>
                  <a:pt x="7120" y="4001"/>
                  <a:pt x="6648" y="3529"/>
                  <a:pt x="6081" y="3529"/>
                </a:cubicBezTo>
                <a:cubicBezTo>
                  <a:pt x="5482" y="3529"/>
                  <a:pt x="5010" y="4001"/>
                  <a:pt x="5010" y="4600"/>
                </a:cubicBezTo>
                <a:cubicBezTo>
                  <a:pt x="5010" y="5073"/>
                  <a:pt x="5293" y="5451"/>
                  <a:pt x="5703" y="5577"/>
                </a:cubicBezTo>
                <a:lnTo>
                  <a:pt x="5703" y="7026"/>
                </a:lnTo>
                <a:lnTo>
                  <a:pt x="4852" y="7026"/>
                </a:lnTo>
                <a:lnTo>
                  <a:pt x="3655" y="5262"/>
                </a:lnTo>
                <a:cubicBezTo>
                  <a:pt x="3749" y="5167"/>
                  <a:pt x="5986" y="1166"/>
                  <a:pt x="6081" y="1040"/>
                </a:cubicBezTo>
                <a:close/>
                <a:moveTo>
                  <a:pt x="3812" y="3529"/>
                </a:moveTo>
                <a:lnTo>
                  <a:pt x="2899" y="5104"/>
                </a:lnTo>
                <a:cubicBezTo>
                  <a:pt x="2836" y="5230"/>
                  <a:pt x="2836" y="5388"/>
                  <a:pt x="2899" y="5451"/>
                </a:cubicBezTo>
                <a:lnTo>
                  <a:pt x="4064" y="7215"/>
                </a:lnTo>
                <a:cubicBezTo>
                  <a:pt x="3749" y="7404"/>
                  <a:pt x="3529" y="7719"/>
                  <a:pt x="3529" y="8097"/>
                </a:cubicBezTo>
                <a:lnTo>
                  <a:pt x="3529" y="8475"/>
                </a:lnTo>
                <a:lnTo>
                  <a:pt x="693" y="8475"/>
                </a:lnTo>
                <a:lnTo>
                  <a:pt x="693" y="3907"/>
                </a:lnTo>
                <a:cubicBezTo>
                  <a:pt x="788" y="3686"/>
                  <a:pt x="945" y="3529"/>
                  <a:pt x="1103" y="3529"/>
                </a:cubicBezTo>
                <a:close/>
                <a:moveTo>
                  <a:pt x="7436" y="7751"/>
                </a:moveTo>
                <a:cubicBezTo>
                  <a:pt x="7625" y="7751"/>
                  <a:pt x="7782" y="7908"/>
                  <a:pt x="7782" y="8097"/>
                </a:cubicBezTo>
                <a:lnTo>
                  <a:pt x="7782" y="8475"/>
                </a:lnTo>
                <a:lnTo>
                  <a:pt x="4285" y="8475"/>
                </a:lnTo>
                <a:lnTo>
                  <a:pt x="4285" y="8097"/>
                </a:lnTo>
                <a:cubicBezTo>
                  <a:pt x="4285" y="7908"/>
                  <a:pt x="4443" y="7751"/>
                  <a:pt x="4632" y="7751"/>
                </a:cubicBezTo>
                <a:close/>
                <a:moveTo>
                  <a:pt x="10996" y="3529"/>
                </a:moveTo>
                <a:cubicBezTo>
                  <a:pt x="11185" y="3529"/>
                  <a:pt x="11342" y="3686"/>
                  <a:pt x="11342" y="3907"/>
                </a:cubicBezTo>
                <a:lnTo>
                  <a:pt x="11342" y="8475"/>
                </a:lnTo>
                <a:lnTo>
                  <a:pt x="8507" y="8475"/>
                </a:lnTo>
                <a:lnTo>
                  <a:pt x="8507" y="8097"/>
                </a:lnTo>
                <a:cubicBezTo>
                  <a:pt x="8507" y="7719"/>
                  <a:pt x="8318" y="7404"/>
                  <a:pt x="8003" y="7215"/>
                </a:cubicBezTo>
                <a:lnTo>
                  <a:pt x="9137" y="5451"/>
                </a:lnTo>
                <a:cubicBezTo>
                  <a:pt x="9200" y="5356"/>
                  <a:pt x="9200" y="5230"/>
                  <a:pt x="9137" y="5104"/>
                </a:cubicBezTo>
                <a:lnTo>
                  <a:pt x="8223" y="3529"/>
                </a:lnTo>
                <a:close/>
                <a:moveTo>
                  <a:pt x="11342" y="9137"/>
                </a:moveTo>
                <a:lnTo>
                  <a:pt x="11342" y="9483"/>
                </a:lnTo>
                <a:cubicBezTo>
                  <a:pt x="11342" y="9672"/>
                  <a:pt x="11185" y="9830"/>
                  <a:pt x="10996" y="9830"/>
                </a:cubicBezTo>
                <a:lnTo>
                  <a:pt x="1103" y="9830"/>
                </a:lnTo>
                <a:cubicBezTo>
                  <a:pt x="914" y="9830"/>
                  <a:pt x="756" y="9672"/>
                  <a:pt x="756" y="9483"/>
                </a:cubicBezTo>
                <a:lnTo>
                  <a:pt x="756" y="9137"/>
                </a:lnTo>
                <a:close/>
                <a:moveTo>
                  <a:pt x="6427" y="10554"/>
                </a:moveTo>
                <a:lnTo>
                  <a:pt x="6427" y="11248"/>
                </a:lnTo>
                <a:lnTo>
                  <a:pt x="5703" y="11248"/>
                </a:lnTo>
                <a:lnTo>
                  <a:pt x="5703" y="10554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65"/>
                </a:lnTo>
                <a:cubicBezTo>
                  <a:pt x="0" y="1954"/>
                  <a:pt x="158" y="2111"/>
                  <a:pt x="347" y="2111"/>
                </a:cubicBezTo>
                <a:lnTo>
                  <a:pt x="1765" y="2111"/>
                </a:lnTo>
                <a:cubicBezTo>
                  <a:pt x="1954" y="2111"/>
                  <a:pt x="2111" y="1954"/>
                  <a:pt x="2111" y="1765"/>
                </a:cubicBezTo>
                <a:lnTo>
                  <a:pt x="2111" y="1418"/>
                </a:lnTo>
                <a:lnTo>
                  <a:pt x="5010" y="1418"/>
                </a:lnTo>
                <a:lnTo>
                  <a:pt x="4159" y="2836"/>
                </a:lnTo>
                <a:lnTo>
                  <a:pt x="1072" y="2836"/>
                </a:lnTo>
                <a:cubicBezTo>
                  <a:pt x="473" y="2836"/>
                  <a:pt x="0" y="3308"/>
                  <a:pt x="0" y="3907"/>
                </a:cubicBezTo>
                <a:lnTo>
                  <a:pt x="0" y="9515"/>
                </a:lnTo>
                <a:cubicBezTo>
                  <a:pt x="0" y="10113"/>
                  <a:pt x="473" y="10586"/>
                  <a:pt x="1072" y="10586"/>
                </a:cubicBezTo>
                <a:lnTo>
                  <a:pt x="4947" y="10586"/>
                </a:lnTo>
                <a:lnTo>
                  <a:pt x="4947" y="11311"/>
                </a:lnTo>
                <a:lnTo>
                  <a:pt x="3907" y="11311"/>
                </a:lnTo>
                <a:cubicBezTo>
                  <a:pt x="3686" y="11311"/>
                  <a:pt x="3529" y="11468"/>
                  <a:pt x="3529" y="11657"/>
                </a:cubicBezTo>
                <a:cubicBezTo>
                  <a:pt x="3529" y="11846"/>
                  <a:pt x="3686" y="12004"/>
                  <a:pt x="3907" y="12004"/>
                </a:cubicBezTo>
                <a:lnTo>
                  <a:pt x="8097" y="12004"/>
                </a:lnTo>
                <a:cubicBezTo>
                  <a:pt x="8318" y="12004"/>
                  <a:pt x="8475" y="11846"/>
                  <a:pt x="8475" y="11657"/>
                </a:cubicBezTo>
                <a:cubicBezTo>
                  <a:pt x="8475" y="11468"/>
                  <a:pt x="8318" y="11311"/>
                  <a:pt x="8097" y="11311"/>
                </a:cubicBezTo>
                <a:lnTo>
                  <a:pt x="7057" y="11311"/>
                </a:lnTo>
                <a:lnTo>
                  <a:pt x="7057" y="10586"/>
                </a:lnTo>
                <a:lnTo>
                  <a:pt x="10933" y="10586"/>
                </a:lnTo>
                <a:cubicBezTo>
                  <a:pt x="11531" y="10586"/>
                  <a:pt x="12004" y="10113"/>
                  <a:pt x="12004" y="9515"/>
                </a:cubicBezTo>
                <a:lnTo>
                  <a:pt x="12004" y="3907"/>
                </a:lnTo>
                <a:cubicBezTo>
                  <a:pt x="12035" y="3308"/>
                  <a:pt x="11563" y="2836"/>
                  <a:pt x="10996" y="2836"/>
                </a:cubicBezTo>
                <a:lnTo>
                  <a:pt x="7877" y="2836"/>
                </a:lnTo>
                <a:lnTo>
                  <a:pt x="7057" y="1418"/>
                </a:lnTo>
                <a:lnTo>
                  <a:pt x="9924" y="1418"/>
                </a:lnTo>
                <a:lnTo>
                  <a:pt x="9924" y="1765"/>
                </a:lnTo>
                <a:cubicBezTo>
                  <a:pt x="9924" y="1954"/>
                  <a:pt x="10082" y="2111"/>
                  <a:pt x="10271" y="2111"/>
                </a:cubicBezTo>
                <a:lnTo>
                  <a:pt x="11689" y="2111"/>
                </a:lnTo>
                <a:cubicBezTo>
                  <a:pt x="11878" y="2111"/>
                  <a:pt x="12035" y="1954"/>
                  <a:pt x="12035" y="1765"/>
                </a:cubicBezTo>
                <a:lnTo>
                  <a:pt x="12035" y="347"/>
                </a:lnTo>
                <a:cubicBezTo>
                  <a:pt x="12035" y="158"/>
                  <a:pt x="11878" y="0"/>
                  <a:pt x="11689" y="0"/>
                </a:cubicBezTo>
                <a:lnTo>
                  <a:pt x="10271" y="0"/>
                </a:lnTo>
                <a:cubicBezTo>
                  <a:pt x="10082" y="0"/>
                  <a:pt x="9924" y="158"/>
                  <a:pt x="9924" y="347"/>
                </a:cubicBezTo>
                <a:lnTo>
                  <a:pt x="9924" y="693"/>
                </a:lnTo>
                <a:lnTo>
                  <a:pt x="6648" y="693"/>
                </a:lnTo>
                <a:lnTo>
                  <a:pt x="6333" y="189"/>
                </a:lnTo>
                <a:cubicBezTo>
                  <a:pt x="6270" y="63"/>
                  <a:pt x="6144" y="0"/>
                  <a:pt x="6018" y="0"/>
                </a:cubicBezTo>
                <a:cubicBezTo>
                  <a:pt x="5892" y="0"/>
                  <a:pt x="5797" y="63"/>
                  <a:pt x="5703" y="189"/>
                </a:cubicBezTo>
                <a:lnTo>
                  <a:pt x="5388" y="693"/>
                </a:lnTo>
                <a:lnTo>
                  <a:pt x="2111" y="693"/>
                </a:lnTo>
                <a:lnTo>
                  <a:pt x="2111" y="347"/>
                </a:lnTo>
                <a:cubicBezTo>
                  <a:pt x="2111" y="158"/>
                  <a:pt x="1954" y="0"/>
                  <a:pt x="176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51" name="Google Shape;1151;p43"/>
          <p:cNvCxnSpPr/>
          <p:nvPr/>
        </p:nvCxnSpPr>
        <p:spPr>
          <a:xfrm>
            <a:off x="4762825" y="4821175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52" name="Google Shape;1152;p43"/>
          <p:cNvPicPr preferRelativeResize="0"/>
          <p:nvPr/>
        </p:nvPicPr>
        <p:blipFill rotWithShape="1">
          <a:blip r:embed="rId3">
            <a:alphaModFix/>
          </a:blip>
          <a:srcRect b="0" l="0" r="1215" t="0"/>
          <a:stretch/>
        </p:blipFill>
        <p:spPr>
          <a:xfrm>
            <a:off x="368025" y="2143650"/>
            <a:ext cx="4513026" cy="2534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3" name="Google Shape;115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6147" y="2143648"/>
            <a:ext cx="3569778" cy="253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43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Interaction/interface humain machine</a:t>
            </a:r>
            <a:endParaRPr sz="2700"/>
          </a:p>
        </p:txBody>
      </p:sp>
      <p:sp>
        <p:nvSpPr>
          <p:cNvPr id="1155" name="Google Shape;1155;p43"/>
          <p:cNvSpPr txBox="1"/>
          <p:nvPr/>
        </p:nvSpPr>
        <p:spPr>
          <a:xfrm>
            <a:off x="795625" y="1692150"/>
            <a:ext cx="79344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Page d’accueil de Joelly :					   Page d’accueil du site finale :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1156" name="Google Shape;1156;p43"/>
          <p:cNvGrpSpPr/>
          <p:nvPr/>
        </p:nvGrpSpPr>
        <p:grpSpPr>
          <a:xfrm>
            <a:off x="8080846" y="1184499"/>
            <a:ext cx="420796" cy="371887"/>
            <a:chOff x="-3137650" y="2787000"/>
            <a:chExt cx="291450" cy="257575"/>
          </a:xfrm>
        </p:grpSpPr>
        <p:sp>
          <p:nvSpPr>
            <p:cNvPr id="1157" name="Google Shape;1157;p43"/>
            <p:cNvSpPr/>
            <p:nvPr/>
          </p:nvSpPr>
          <p:spPr>
            <a:xfrm>
              <a:off x="-3137650" y="2787000"/>
              <a:ext cx="291450" cy="257575"/>
            </a:xfrm>
            <a:custGeom>
              <a:rect b="b" l="l" r="r" t="t"/>
              <a:pathLst>
                <a:path extrusionOk="0" h="10303" w="11658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3"/>
            <p:cNvSpPr/>
            <p:nvPr/>
          </p:nvSpPr>
          <p:spPr>
            <a:xfrm>
              <a:off x="-3104575" y="28208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3"/>
            <p:cNvSpPr/>
            <p:nvPr/>
          </p:nvSpPr>
          <p:spPr>
            <a:xfrm>
              <a:off x="-306990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3"/>
            <p:cNvSpPr/>
            <p:nvPr/>
          </p:nvSpPr>
          <p:spPr>
            <a:xfrm>
              <a:off x="-303525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43"/>
            <p:cNvSpPr/>
            <p:nvPr/>
          </p:nvSpPr>
          <p:spPr>
            <a:xfrm>
              <a:off x="-3002175" y="2820875"/>
              <a:ext cx="121325" cy="17350"/>
            </a:xfrm>
            <a:custGeom>
              <a:rect b="b" l="l" r="r" t="t"/>
              <a:pathLst>
                <a:path extrusionOk="0" h="694" w="4853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43"/>
            <p:cNvSpPr/>
            <p:nvPr/>
          </p:nvSpPr>
          <p:spPr>
            <a:xfrm>
              <a:off x="-2948625" y="2907300"/>
              <a:ext cx="52025" cy="85300"/>
            </a:xfrm>
            <a:custGeom>
              <a:rect b="b" l="l" r="r" t="t"/>
              <a:pathLst>
                <a:path extrusionOk="0" h="3412" w="2081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43"/>
            <p:cNvSpPr/>
            <p:nvPr/>
          </p:nvSpPr>
          <p:spPr>
            <a:xfrm>
              <a:off x="-3088025" y="2907300"/>
              <a:ext cx="53575" cy="85300"/>
            </a:xfrm>
            <a:custGeom>
              <a:rect b="b" l="l" r="r" t="t"/>
              <a:pathLst>
                <a:path extrusionOk="0" h="3412" w="2143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3"/>
            <p:cNvSpPr/>
            <p:nvPr/>
          </p:nvSpPr>
          <p:spPr>
            <a:xfrm>
              <a:off x="-3019500" y="2888975"/>
              <a:ext cx="54375" cy="119400"/>
            </a:xfrm>
            <a:custGeom>
              <a:rect b="b" l="l" r="r" t="t"/>
              <a:pathLst>
                <a:path extrusionOk="0" h="4776" w="2175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9" name="Google Shape;1169;p44"/>
          <p:cNvCxnSpPr/>
          <p:nvPr/>
        </p:nvCxnSpPr>
        <p:spPr>
          <a:xfrm>
            <a:off x="4762825" y="4821175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0" name="Google Shape;1170;p44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Interaction/interface humain machine</a:t>
            </a:r>
            <a:endParaRPr sz="2700"/>
          </a:p>
        </p:txBody>
      </p:sp>
      <p:grpSp>
        <p:nvGrpSpPr>
          <p:cNvPr id="1171" name="Google Shape;1171;p44"/>
          <p:cNvGrpSpPr/>
          <p:nvPr/>
        </p:nvGrpSpPr>
        <p:grpSpPr>
          <a:xfrm>
            <a:off x="8080846" y="1184499"/>
            <a:ext cx="420796" cy="371887"/>
            <a:chOff x="-3137650" y="2787000"/>
            <a:chExt cx="291450" cy="257575"/>
          </a:xfrm>
        </p:grpSpPr>
        <p:sp>
          <p:nvSpPr>
            <p:cNvPr id="1172" name="Google Shape;1172;p44"/>
            <p:cNvSpPr/>
            <p:nvPr/>
          </p:nvSpPr>
          <p:spPr>
            <a:xfrm>
              <a:off x="-3137650" y="2787000"/>
              <a:ext cx="291450" cy="257575"/>
            </a:xfrm>
            <a:custGeom>
              <a:rect b="b" l="l" r="r" t="t"/>
              <a:pathLst>
                <a:path extrusionOk="0" h="10303" w="11658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44"/>
            <p:cNvSpPr/>
            <p:nvPr/>
          </p:nvSpPr>
          <p:spPr>
            <a:xfrm>
              <a:off x="-3104575" y="28208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44"/>
            <p:cNvSpPr/>
            <p:nvPr/>
          </p:nvSpPr>
          <p:spPr>
            <a:xfrm>
              <a:off x="-306990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4"/>
            <p:cNvSpPr/>
            <p:nvPr/>
          </p:nvSpPr>
          <p:spPr>
            <a:xfrm>
              <a:off x="-303525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4"/>
            <p:cNvSpPr/>
            <p:nvPr/>
          </p:nvSpPr>
          <p:spPr>
            <a:xfrm>
              <a:off x="-3002175" y="2820875"/>
              <a:ext cx="121325" cy="17350"/>
            </a:xfrm>
            <a:custGeom>
              <a:rect b="b" l="l" r="r" t="t"/>
              <a:pathLst>
                <a:path extrusionOk="0" h="694" w="4853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44"/>
            <p:cNvSpPr/>
            <p:nvPr/>
          </p:nvSpPr>
          <p:spPr>
            <a:xfrm>
              <a:off x="-2948625" y="2907300"/>
              <a:ext cx="52025" cy="85300"/>
            </a:xfrm>
            <a:custGeom>
              <a:rect b="b" l="l" r="r" t="t"/>
              <a:pathLst>
                <a:path extrusionOk="0" h="3412" w="2081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44"/>
            <p:cNvSpPr/>
            <p:nvPr/>
          </p:nvSpPr>
          <p:spPr>
            <a:xfrm>
              <a:off x="-3088025" y="2907300"/>
              <a:ext cx="53575" cy="85300"/>
            </a:xfrm>
            <a:custGeom>
              <a:rect b="b" l="l" r="r" t="t"/>
              <a:pathLst>
                <a:path extrusionOk="0" h="3412" w="2143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44"/>
            <p:cNvSpPr/>
            <p:nvPr/>
          </p:nvSpPr>
          <p:spPr>
            <a:xfrm>
              <a:off x="-3019500" y="2888975"/>
              <a:ext cx="54375" cy="119400"/>
            </a:xfrm>
            <a:custGeom>
              <a:rect b="b" l="l" r="r" t="t"/>
              <a:pathLst>
                <a:path extrusionOk="0" h="4776" w="2175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0" name="Google Shape;1180;p44"/>
          <p:cNvGrpSpPr/>
          <p:nvPr/>
        </p:nvGrpSpPr>
        <p:grpSpPr>
          <a:xfrm>
            <a:off x="2582322" y="4176117"/>
            <a:ext cx="613971" cy="564303"/>
            <a:chOff x="3599700" y="1954475"/>
            <a:chExt cx="296175" cy="295400"/>
          </a:xfrm>
        </p:grpSpPr>
        <p:sp>
          <p:nvSpPr>
            <p:cNvPr id="1181" name="Google Shape;1181;p44"/>
            <p:cNvSpPr/>
            <p:nvPr/>
          </p:nvSpPr>
          <p:spPr>
            <a:xfrm>
              <a:off x="3599700" y="1954475"/>
              <a:ext cx="296175" cy="295400"/>
            </a:xfrm>
            <a:custGeom>
              <a:rect b="b" l="l" r="r" t="t"/>
              <a:pathLst>
                <a:path extrusionOk="0" h="11816" w="11847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4"/>
            <p:cNvSpPr/>
            <p:nvPr/>
          </p:nvSpPr>
          <p:spPr>
            <a:xfrm>
              <a:off x="3825750" y="20757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44"/>
            <p:cNvSpPr/>
            <p:nvPr/>
          </p:nvSpPr>
          <p:spPr>
            <a:xfrm>
              <a:off x="3633550" y="207577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4" name="Google Shape;1184;p44"/>
          <p:cNvGrpSpPr/>
          <p:nvPr/>
        </p:nvGrpSpPr>
        <p:grpSpPr>
          <a:xfrm>
            <a:off x="7099232" y="2149641"/>
            <a:ext cx="776821" cy="745254"/>
            <a:chOff x="5045775" y="1946400"/>
            <a:chExt cx="296950" cy="295150"/>
          </a:xfrm>
        </p:grpSpPr>
        <p:sp>
          <p:nvSpPr>
            <p:cNvPr id="1185" name="Google Shape;1185;p44"/>
            <p:cNvSpPr/>
            <p:nvPr/>
          </p:nvSpPr>
          <p:spPr>
            <a:xfrm>
              <a:off x="5113500" y="1998600"/>
              <a:ext cx="160700" cy="155950"/>
            </a:xfrm>
            <a:custGeom>
              <a:rect b="b" l="l" r="r" t="t"/>
              <a:pathLst>
                <a:path extrusionOk="0" h="6238" w="6428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44"/>
            <p:cNvSpPr/>
            <p:nvPr/>
          </p:nvSpPr>
          <p:spPr>
            <a:xfrm>
              <a:off x="5045775" y="1946400"/>
              <a:ext cx="296950" cy="295150"/>
            </a:xfrm>
            <a:custGeom>
              <a:rect b="b" l="l" r="r" t="t"/>
              <a:pathLst>
                <a:path extrusionOk="0" h="11806" w="11878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7" name="Google Shape;1187;p44"/>
          <p:cNvGrpSpPr/>
          <p:nvPr/>
        </p:nvGrpSpPr>
        <p:grpSpPr>
          <a:xfrm>
            <a:off x="609391" y="3393466"/>
            <a:ext cx="351315" cy="286273"/>
            <a:chOff x="685475" y="2371925"/>
            <a:chExt cx="297750" cy="242625"/>
          </a:xfrm>
        </p:grpSpPr>
        <p:sp>
          <p:nvSpPr>
            <p:cNvPr id="1188" name="Google Shape;1188;p44"/>
            <p:cNvSpPr/>
            <p:nvPr/>
          </p:nvSpPr>
          <p:spPr>
            <a:xfrm>
              <a:off x="685475" y="2371925"/>
              <a:ext cx="142600" cy="241975"/>
            </a:xfrm>
            <a:custGeom>
              <a:rect b="b" l="l" r="r" t="t"/>
              <a:pathLst>
                <a:path extrusionOk="0" h="9679" w="5704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44"/>
            <p:cNvSpPr/>
            <p:nvPr/>
          </p:nvSpPr>
          <p:spPr>
            <a:xfrm>
              <a:off x="839850" y="2371925"/>
              <a:ext cx="143375" cy="242625"/>
            </a:xfrm>
            <a:custGeom>
              <a:rect b="b" l="l" r="r" t="t"/>
              <a:pathLst>
                <a:path extrusionOk="0" h="9705" w="5735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0" name="Google Shape;1190;p44"/>
          <p:cNvSpPr/>
          <p:nvPr/>
        </p:nvSpPr>
        <p:spPr>
          <a:xfrm>
            <a:off x="5458237" y="1611967"/>
            <a:ext cx="429891" cy="395493"/>
          </a:xfrm>
          <a:custGeom>
            <a:rect b="b" l="l" r="r" t="t"/>
            <a:pathLst>
              <a:path extrusionOk="0" h="10957" w="1191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1" name="Google Shape;119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525" y="977175"/>
            <a:ext cx="3270150" cy="327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675" y="2354875"/>
            <a:ext cx="2680550" cy="268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7" name="Google Shape;1197;p45"/>
          <p:cNvCxnSpPr/>
          <p:nvPr/>
        </p:nvCxnSpPr>
        <p:spPr>
          <a:xfrm>
            <a:off x="4762825" y="4821175"/>
            <a:ext cx="0" cy="52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8" name="Google Shape;1198;p45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Interaction/interface humain machine</a:t>
            </a:r>
            <a:endParaRPr sz="2700"/>
          </a:p>
        </p:txBody>
      </p:sp>
      <p:grpSp>
        <p:nvGrpSpPr>
          <p:cNvPr id="1199" name="Google Shape;1199;p45"/>
          <p:cNvGrpSpPr/>
          <p:nvPr/>
        </p:nvGrpSpPr>
        <p:grpSpPr>
          <a:xfrm>
            <a:off x="8080846" y="1184499"/>
            <a:ext cx="420796" cy="371887"/>
            <a:chOff x="-3137650" y="2787000"/>
            <a:chExt cx="291450" cy="257575"/>
          </a:xfrm>
        </p:grpSpPr>
        <p:sp>
          <p:nvSpPr>
            <p:cNvPr id="1200" name="Google Shape;1200;p45"/>
            <p:cNvSpPr/>
            <p:nvPr/>
          </p:nvSpPr>
          <p:spPr>
            <a:xfrm>
              <a:off x="-3137650" y="2787000"/>
              <a:ext cx="291450" cy="257575"/>
            </a:xfrm>
            <a:custGeom>
              <a:rect b="b" l="l" r="r" t="t"/>
              <a:pathLst>
                <a:path extrusionOk="0" h="10303" w="11658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45"/>
            <p:cNvSpPr/>
            <p:nvPr/>
          </p:nvSpPr>
          <p:spPr>
            <a:xfrm>
              <a:off x="-3104575" y="2820875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45"/>
            <p:cNvSpPr/>
            <p:nvPr/>
          </p:nvSpPr>
          <p:spPr>
            <a:xfrm>
              <a:off x="-306990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45"/>
            <p:cNvSpPr/>
            <p:nvPr/>
          </p:nvSpPr>
          <p:spPr>
            <a:xfrm>
              <a:off x="-3035250" y="2820875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5"/>
            <p:cNvSpPr/>
            <p:nvPr/>
          </p:nvSpPr>
          <p:spPr>
            <a:xfrm>
              <a:off x="-3002175" y="2820875"/>
              <a:ext cx="121325" cy="17350"/>
            </a:xfrm>
            <a:custGeom>
              <a:rect b="b" l="l" r="r" t="t"/>
              <a:pathLst>
                <a:path extrusionOk="0" h="694" w="4853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45"/>
            <p:cNvSpPr/>
            <p:nvPr/>
          </p:nvSpPr>
          <p:spPr>
            <a:xfrm>
              <a:off x="-2948625" y="2907300"/>
              <a:ext cx="52025" cy="85300"/>
            </a:xfrm>
            <a:custGeom>
              <a:rect b="b" l="l" r="r" t="t"/>
              <a:pathLst>
                <a:path extrusionOk="0" h="3412" w="2081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45"/>
            <p:cNvSpPr/>
            <p:nvPr/>
          </p:nvSpPr>
          <p:spPr>
            <a:xfrm>
              <a:off x="-3088025" y="2907300"/>
              <a:ext cx="53575" cy="85300"/>
            </a:xfrm>
            <a:custGeom>
              <a:rect b="b" l="l" r="r" t="t"/>
              <a:pathLst>
                <a:path extrusionOk="0" h="3412" w="2143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45"/>
            <p:cNvSpPr/>
            <p:nvPr/>
          </p:nvSpPr>
          <p:spPr>
            <a:xfrm>
              <a:off x="-3019500" y="2888975"/>
              <a:ext cx="54375" cy="119400"/>
            </a:xfrm>
            <a:custGeom>
              <a:rect b="b" l="l" r="r" t="t"/>
              <a:pathLst>
                <a:path extrusionOk="0" h="4776" w="2175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8" name="Google Shape;1208;p45"/>
          <p:cNvGrpSpPr/>
          <p:nvPr/>
        </p:nvGrpSpPr>
        <p:grpSpPr>
          <a:xfrm>
            <a:off x="1589572" y="2330617"/>
            <a:ext cx="613971" cy="564303"/>
            <a:chOff x="3599700" y="1954475"/>
            <a:chExt cx="296175" cy="295400"/>
          </a:xfrm>
        </p:grpSpPr>
        <p:sp>
          <p:nvSpPr>
            <p:cNvPr id="1209" name="Google Shape;1209;p45"/>
            <p:cNvSpPr/>
            <p:nvPr/>
          </p:nvSpPr>
          <p:spPr>
            <a:xfrm>
              <a:off x="3599700" y="1954475"/>
              <a:ext cx="296175" cy="295400"/>
            </a:xfrm>
            <a:custGeom>
              <a:rect b="b" l="l" r="r" t="t"/>
              <a:pathLst>
                <a:path extrusionOk="0" h="11816" w="11847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45"/>
            <p:cNvSpPr/>
            <p:nvPr/>
          </p:nvSpPr>
          <p:spPr>
            <a:xfrm>
              <a:off x="3825750" y="2075775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45"/>
            <p:cNvSpPr/>
            <p:nvPr/>
          </p:nvSpPr>
          <p:spPr>
            <a:xfrm>
              <a:off x="3633550" y="2075775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2" name="Google Shape;1212;p45"/>
          <p:cNvGrpSpPr/>
          <p:nvPr/>
        </p:nvGrpSpPr>
        <p:grpSpPr>
          <a:xfrm>
            <a:off x="7099232" y="2149641"/>
            <a:ext cx="776821" cy="745254"/>
            <a:chOff x="5045775" y="1946400"/>
            <a:chExt cx="296950" cy="295150"/>
          </a:xfrm>
        </p:grpSpPr>
        <p:sp>
          <p:nvSpPr>
            <p:cNvPr id="1213" name="Google Shape;1213;p45"/>
            <p:cNvSpPr/>
            <p:nvPr/>
          </p:nvSpPr>
          <p:spPr>
            <a:xfrm>
              <a:off x="5113500" y="1998600"/>
              <a:ext cx="160700" cy="155950"/>
            </a:xfrm>
            <a:custGeom>
              <a:rect b="b" l="l" r="r" t="t"/>
              <a:pathLst>
                <a:path extrusionOk="0" h="6238" w="6428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45"/>
            <p:cNvSpPr/>
            <p:nvPr/>
          </p:nvSpPr>
          <p:spPr>
            <a:xfrm>
              <a:off x="5045775" y="1946400"/>
              <a:ext cx="296950" cy="295150"/>
            </a:xfrm>
            <a:custGeom>
              <a:rect b="b" l="l" r="r" t="t"/>
              <a:pathLst>
                <a:path extrusionOk="0" h="11806" w="11878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215" name="Google Shape;121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1200" y="1645350"/>
            <a:ext cx="3081550" cy="308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6" name="Google Shape;1216;p45"/>
          <p:cNvGrpSpPr/>
          <p:nvPr/>
        </p:nvGrpSpPr>
        <p:grpSpPr>
          <a:xfrm>
            <a:off x="4380606" y="1502122"/>
            <a:ext cx="382743" cy="454524"/>
            <a:chOff x="5648375" y="1427025"/>
            <a:chExt cx="483200" cy="483125"/>
          </a:xfrm>
        </p:grpSpPr>
        <p:sp>
          <p:nvSpPr>
            <p:cNvPr id="1217" name="Google Shape;1217;p45"/>
            <p:cNvSpPr/>
            <p:nvPr/>
          </p:nvSpPr>
          <p:spPr>
            <a:xfrm>
              <a:off x="5801075" y="1484625"/>
              <a:ext cx="177725" cy="162475"/>
            </a:xfrm>
            <a:custGeom>
              <a:rect b="b" l="l" r="r" t="t"/>
              <a:pathLst>
                <a:path extrusionOk="0" h="6499" w="7109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18" name="Google Shape;1218;p45"/>
            <p:cNvSpPr/>
            <p:nvPr/>
          </p:nvSpPr>
          <p:spPr>
            <a:xfrm>
              <a:off x="5648375" y="1427025"/>
              <a:ext cx="483200" cy="483125"/>
            </a:xfrm>
            <a:custGeom>
              <a:rect b="b" l="l" r="r" t="t"/>
              <a:pathLst>
                <a:path extrusionOk="0" h="19325" w="19328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19" name="Google Shape;1219;p45"/>
          <p:cNvGrpSpPr/>
          <p:nvPr/>
        </p:nvGrpSpPr>
        <p:grpSpPr>
          <a:xfrm>
            <a:off x="1123216" y="3565403"/>
            <a:ext cx="351315" cy="349486"/>
            <a:chOff x="685475" y="2318350"/>
            <a:chExt cx="297750" cy="296200"/>
          </a:xfrm>
        </p:grpSpPr>
        <p:sp>
          <p:nvSpPr>
            <p:cNvPr id="1220" name="Google Shape;1220;p45"/>
            <p:cNvSpPr/>
            <p:nvPr/>
          </p:nvSpPr>
          <p:spPr>
            <a:xfrm>
              <a:off x="685475" y="2371925"/>
              <a:ext cx="142600" cy="241975"/>
            </a:xfrm>
            <a:custGeom>
              <a:rect b="b" l="l" r="r" t="t"/>
              <a:pathLst>
                <a:path extrusionOk="0" h="9679" w="5704">
                  <a:moveTo>
                    <a:pt x="2080" y="662"/>
                  </a:moveTo>
                  <a:cubicBezTo>
                    <a:pt x="2458" y="662"/>
                    <a:pt x="2773" y="977"/>
                    <a:pt x="2773" y="1387"/>
                  </a:cubicBezTo>
                  <a:cubicBezTo>
                    <a:pt x="2773" y="1765"/>
                    <a:pt x="2458" y="2080"/>
                    <a:pt x="2080" y="2080"/>
                  </a:cubicBezTo>
                  <a:cubicBezTo>
                    <a:pt x="1671" y="2080"/>
                    <a:pt x="1356" y="1765"/>
                    <a:pt x="1356" y="1387"/>
                  </a:cubicBezTo>
                  <a:cubicBezTo>
                    <a:pt x="1356" y="977"/>
                    <a:pt x="1734" y="662"/>
                    <a:pt x="2080" y="662"/>
                  </a:cubicBezTo>
                  <a:close/>
                  <a:moveTo>
                    <a:pt x="2962" y="6900"/>
                  </a:moveTo>
                  <a:lnTo>
                    <a:pt x="3120" y="7593"/>
                  </a:lnTo>
                  <a:lnTo>
                    <a:pt x="1135" y="7593"/>
                  </a:lnTo>
                  <a:lnTo>
                    <a:pt x="1293" y="6900"/>
                  </a:lnTo>
                  <a:close/>
                  <a:moveTo>
                    <a:pt x="1742" y="2767"/>
                  </a:moveTo>
                  <a:cubicBezTo>
                    <a:pt x="1866" y="2767"/>
                    <a:pt x="1991" y="2831"/>
                    <a:pt x="2049" y="2962"/>
                  </a:cubicBezTo>
                  <a:lnTo>
                    <a:pt x="2553" y="3938"/>
                  </a:lnTo>
                  <a:cubicBezTo>
                    <a:pt x="2584" y="4064"/>
                    <a:pt x="2742" y="4127"/>
                    <a:pt x="2868" y="4127"/>
                  </a:cubicBezTo>
                  <a:lnTo>
                    <a:pt x="3813" y="4127"/>
                  </a:lnTo>
                  <a:cubicBezTo>
                    <a:pt x="4002" y="4127"/>
                    <a:pt x="4159" y="4285"/>
                    <a:pt x="4159" y="4474"/>
                  </a:cubicBezTo>
                  <a:cubicBezTo>
                    <a:pt x="4159" y="4695"/>
                    <a:pt x="4002" y="4852"/>
                    <a:pt x="3813" y="4852"/>
                  </a:cubicBezTo>
                  <a:lnTo>
                    <a:pt x="2427" y="4852"/>
                  </a:lnTo>
                  <a:cubicBezTo>
                    <a:pt x="2301" y="4852"/>
                    <a:pt x="2175" y="4758"/>
                    <a:pt x="2112" y="4631"/>
                  </a:cubicBezTo>
                  <a:cubicBezTo>
                    <a:pt x="2042" y="4515"/>
                    <a:pt x="1919" y="4450"/>
                    <a:pt x="1784" y="4450"/>
                  </a:cubicBezTo>
                  <a:cubicBezTo>
                    <a:pt x="1737" y="4450"/>
                    <a:pt x="1688" y="4458"/>
                    <a:pt x="1639" y="4474"/>
                  </a:cubicBezTo>
                  <a:cubicBezTo>
                    <a:pt x="1482" y="4568"/>
                    <a:pt x="1387" y="4758"/>
                    <a:pt x="1482" y="4947"/>
                  </a:cubicBezTo>
                  <a:cubicBezTo>
                    <a:pt x="1671" y="5325"/>
                    <a:pt x="2017" y="5545"/>
                    <a:pt x="2427" y="5545"/>
                  </a:cubicBezTo>
                  <a:lnTo>
                    <a:pt x="3813" y="5545"/>
                  </a:lnTo>
                  <a:cubicBezTo>
                    <a:pt x="3970" y="5545"/>
                    <a:pt x="4128" y="5671"/>
                    <a:pt x="4159" y="5829"/>
                  </a:cubicBezTo>
                  <a:lnTo>
                    <a:pt x="4853" y="8570"/>
                  </a:lnTo>
                  <a:cubicBezTo>
                    <a:pt x="4916" y="8790"/>
                    <a:pt x="4790" y="8979"/>
                    <a:pt x="4632" y="9011"/>
                  </a:cubicBezTo>
                  <a:cubicBezTo>
                    <a:pt x="4608" y="9015"/>
                    <a:pt x="4584" y="9017"/>
                    <a:pt x="4560" y="9017"/>
                  </a:cubicBezTo>
                  <a:cubicBezTo>
                    <a:pt x="4403" y="9017"/>
                    <a:pt x="4273" y="8927"/>
                    <a:pt x="4191" y="8790"/>
                  </a:cubicBezTo>
                  <a:lnTo>
                    <a:pt x="3655" y="6522"/>
                  </a:lnTo>
                  <a:cubicBezTo>
                    <a:pt x="3592" y="6364"/>
                    <a:pt x="3498" y="6270"/>
                    <a:pt x="3277" y="6270"/>
                  </a:cubicBezTo>
                  <a:lnTo>
                    <a:pt x="1040" y="6270"/>
                  </a:lnTo>
                  <a:cubicBezTo>
                    <a:pt x="914" y="6270"/>
                    <a:pt x="851" y="6207"/>
                    <a:pt x="757" y="6144"/>
                  </a:cubicBezTo>
                  <a:cubicBezTo>
                    <a:pt x="694" y="5986"/>
                    <a:pt x="694" y="5892"/>
                    <a:pt x="694" y="5797"/>
                  </a:cubicBezTo>
                  <a:lnTo>
                    <a:pt x="1419" y="3025"/>
                  </a:lnTo>
                  <a:cubicBezTo>
                    <a:pt x="1453" y="2855"/>
                    <a:pt x="1597" y="2767"/>
                    <a:pt x="1742" y="2767"/>
                  </a:cubicBezTo>
                  <a:close/>
                  <a:moveTo>
                    <a:pt x="2143" y="0"/>
                  </a:moveTo>
                  <a:cubicBezTo>
                    <a:pt x="1419" y="0"/>
                    <a:pt x="788" y="630"/>
                    <a:pt x="788" y="1387"/>
                  </a:cubicBezTo>
                  <a:cubicBezTo>
                    <a:pt x="788" y="1733"/>
                    <a:pt x="946" y="2080"/>
                    <a:pt x="1135" y="2332"/>
                  </a:cubicBezTo>
                  <a:cubicBezTo>
                    <a:pt x="977" y="2426"/>
                    <a:pt x="851" y="2647"/>
                    <a:pt x="788" y="2867"/>
                  </a:cubicBezTo>
                  <a:lnTo>
                    <a:pt x="64" y="5640"/>
                  </a:lnTo>
                  <a:cubicBezTo>
                    <a:pt x="1" y="5955"/>
                    <a:pt x="64" y="6270"/>
                    <a:pt x="253" y="6522"/>
                  </a:cubicBezTo>
                  <a:cubicBezTo>
                    <a:pt x="347" y="6648"/>
                    <a:pt x="473" y="6774"/>
                    <a:pt x="631" y="6805"/>
                  </a:cubicBezTo>
                  <a:lnTo>
                    <a:pt x="32" y="9263"/>
                  </a:lnTo>
                  <a:cubicBezTo>
                    <a:pt x="1" y="9452"/>
                    <a:pt x="95" y="9609"/>
                    <a:pt x="253" y="9672"/>
                  </a:cubicBezTo>
                  <a:cubicBezTo>
                    <a:pt x="281" y="9676"/>
                    <a:pt x="309" y="9678"/>
                    <a:pt x="335" y="9678"/>
                  </a:cubicBezTo>
                  <a:cubicBezTo>
                    <a:pt x="513" y="9678"/>
                    <a:pt x="639" y="9589"/>
                    <a:pt x="694" y="9452"/>
                  </a:cubicBezTo>
                  <a:lnTo>
                    <a:pt x="977" y="8318"/>
                  </a:lnTo>
                  <a:lnTo>
                    <a:pt x="3372" y="8318"/>
                  </a:lnTo>
                  <a:lnTo>
                    <a:pt x="3529" y="8885"/>
                  </a:lnTo>
                  <a:cubicBezTo>
                    <a:pt x="3661" y="9359"/>
                    <a:pt x="4079" y="9679"/>
                    <a:pt x="4526" y="9679"/>
                  </a:cubicBezTo>
                  <a:cubicBezTo>
                    <a:pt x="4613" y="9679"/>
                    <a:pt x="4702" y="9667"/>
                    <a:pt x="4790" y="9641"/>
                  </a:cubicBezTo>
                  <a:cubicBezTo>
                    <a:pt x="5357" y="9483"/>
                    <a:pt x="5703" y="8916"/>
                    <a:pt x="5546" y="8381"/>
                  </a:cubicBezTo>
                  <a:lnTo>
                    <a:pt x="4821" y="5640"/>
                  </a:lnTo>
                  <a:cubicBezTo>
                    <a:pt x="4790" y="5482"/>
                    <a:pt x="4727" y="5325"/>
                    <a:pt x="4601" y="5199"/>
                  </a:cubicBezTo>
                  <a:cubicBezTo>
                    <a:pt x="4758" y="5010"/>
                    <a:pt x="4884" y="4758"/>
                    <a:pt x="4884" y="4474"/>
                  </a:cubicBezTo>
                  <a:cubicBezTo>
                    <a:pt x="4884" y="3907"/>
                    <a:pt x="4412" y="3466"/>
                    <a:pt x="3844" y="3466"/>
                  </a:cubicBezTo>
                  <a:lnTo>
                    <a:pt x="3088" y="3466"/>
                  </a:lnTo>
                  <a:lnTo>
                    <a:pt x="2710" y="2647"/>
                  </a:lnTo>
                  <a:cubicBezTo>
                    <a:pt x="3183" y="2395"/>
                    <a:pt x="3529" y="1922"/>
                    <a:pt x="3529" y="1387"/>
                  </a:cubicBezTo>
                  <a:cubicBezTo>
                    <a:pt x="3529" y="630"/>
                    <a:pt x="2899" y="0"/>
                    <a:pt x="2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45"/>
            <p:cNvSpPr/>
            <p:nvPr/>
          </p:nvSpPr>
          <p:spPr>
            <a:xfrm>
              <a:off x="839850" y="2371925"/>
              <a:ext cx="143375" cy="242625"/>
            </a:xfrm>
            <a:custGeom>
              <a:rect b="b" l="l" r="r" t="t"/>
              <a:pathLst>
                <a:path extrusionOk="0" h="9705" w="5735">
                  <a:moveTo>
                    <a:pt x="3624" y="662"/>
                  </a:moveTo>
                  <a:cubicBezTo>
                    <a:pt x="4002" y="662"/>
                    <a:pt x="4317" y="977"/>
                    <a:pt x="4317" y="1355"/>
                  </a:cubicBezTo>
                  <a:cubicBezTo>
                    <a:pt x="4317" y="1765"/>
                    <a:pt x="4002" y="2080"/>
                    <a:pt x="3624" y="2080"/>
                  </a:cubicBezTo>
                  <a:cubicBezTo>
                    <a:pt x="3214" y="2080"/>
                    <a:pt x="2899" y="1765"/>
                    <a:pt x="2899" y="1355"/>
                  </a:cubicBezTo>
                  <a:cubicBezTo>
                    <a:pt x="2899" y="977"/>
                    <a:pt x="3214" y="662"/>
                    <a:pt x="3624" y="662"/>
                  </a:cubicBezTo>
                  <a:close/>
                  <a:moveTo>
                    <a:pt x="4317" y="6900"/>
                  </a:moveTo>
                  <a:lnTo>
                    <a:pt x="4474" y="7593"/>
                  </a:lnTo>
                  <a:lnTo>
                    <a:pt x="2490" y="7593"/>
                  </a:lnTo>
                  <a:lnTo>
                    <a:pt x="2647" y="6900"/>
                  </a:lnTo>
                  <a:close/>
                  <a:moveTo>
                    <a:pt x="3962" y="2731"/>
                  </a:moveTo>
                  <a:cubicBezTo>
                    <a:pt x="4108" y="2731"/>
                    <a:pt x="4250" y="2818"/>
                    <a:pt x="4285" y="2993"/>
                  </a:cubicBezTo>
                  <a:lnTo>
                    <a:pt x="4979" y="5734"/>
                  </a:lnTo>
                  <a:cubicBezTo>
                    <a:pt x="5010" y="6018"/>
                    <a:pt x="4853" y="6207"/>
                    <a:pt x="4632" y="6207"/>
                  </a:cubicBezTo>
                  <a:lnTo>
                    <a:pt x="2395" y="6207"/>
                  </a:lnTo>
                  <a:cubicBezTo>
                    <a:pt x="2238" y="6207"/>
                    <a:pt x="2080" y="6333"/>
                    <a:pt x="2049" y="6490"/>
                  </a:cubicBezTo>
                  <a:lnTo>
                    <a:pt x="1482" y="8727"/>
                  </a:lnTo>
                  <a:cubicBezTo>
                    <a:pt x="1456" y="8883"/>
                    <a:pt x="1323" y="8996"/>
                    <a:pt x="1154" y="8996"/>
                  </a:cubicBezTo>
                  <a:cubicBezTo>
                    <a:pt x="1118" y="8996"/>
                    <a:pt x="1080" y="8990"/>
                    <a:pt x="1040" y="8979"/>
                  </a:cubicBezTo>
                  <a:cubicBezTo>
                    <a:pt x="851" y="8916"/>
                    <a:pt x="725" y="8727"/>
                    <a:pt x="820" y="8538"/>
                  </a:cubicBezTo>
                  <a:lnTo>
                    <a:pt x="1513" y="5766"/>
                  </a:lnTo>
                  <a:cubicBezTo>
                    <a:pt x="1576" y="5608"/>
                    <a:pt x="1671" y="5514"/>
                    <a:pt x="1891" y="5514"/>
                  </a:cubicBezTo>
                  <a:lnTo>
                    <a:pt x="3246" y="5514"/>
                  </a:lnTo>
                  <a:cubicBezTo>
                    <a:pt x="3655" y="5514"/>
                    <a:pt x="4002" y="5262"/>
                    <a:pt x="4222" y="4915"/>
                  </a:cubicBezTo>
                  <a:cubicBezTo>
                    <a:pt x="4285" y="4758"/>
                    <a:pt x="4222" y="4537"/>
                    <a:pt x="4033" y="4442"/>
                  </a:cubicBezTo>
                  <a:cubicBezTo>
                    <a:pt x="3993" y="4426"/>
                    <a:pt x="3948" y="4418"/>
                    <a:pt x="3902" y="4418"/>
                  </a:cubicBezTo>
                  <a:cubicBezTo>
                    <a:pt x="3770" y="4418"/>
                    <a:pt x="3631" y="4483"/>
                    <a:pt x="3561" y="4600"/>
                  </a:cubicBezTo>
                  <a:cubicBezTo>
                    <a:pt x="3529" y="4726"/>
                    <a:pt x="3372" y="4789"/>
                    <a:pt x="3246" y="4789"/>
                  </a:cubicBezTo>
                  <a:lnTo>
                    <a:pt x="1891" y="4789"/>
                  </a:lnTo>
                  <a:cubicBezTo>
                    <a:pt x="1671" y="4789"/>
                    <a:pt x="1513" y="4631"/>
                    <a:pt x="1513" y="4442"/>
                  </a:cubicBezTo>
                  <a:cubicBezTo>
                    <a:pt x="1513" y="4253"/>
                    <a:pt x="1671" y="4096"/>
                    <a:pt x="1891" y="4096"/>
                  </a:cubicBezTo>
                  <a:lnTo>
                    <a:pt x="2836" y="4096"/>
                  </a:lnTo>
                  <a:cubicBezTo>
                    <a:pt x="2931" y="4096"/>
                    <a:pt x="3057" y="4001"/>
                    <a:pt x="3151" y="3907"/>
                  </a:cubicBezTo>
                  <a:cubicBezTo>
                    <a:pt x="3151" y="3844"/>
                    <a:pt x="3655" y="2899"/>
                    <a:pt x="3655" y="2899"/>
                  </a:cubicBezTo>
                  <a:cubicBezTo>
                    <a:pt x="3725" y="2787"/>
                    <a:pt x="3845" y="2731"/>
                    <a:pt x="3962" y="2731"/>
                  </a:cubicBezTo>
                  <a:close/>
                  <a:moveTo>
                    <a:pt x="3529" y="0"/>
                  </a:moveTo>
                  <a:cubicBezTo>
                    <a:pt x="2805" y="0"/>
                    <a:pt x="2175" y="630"/>
                    <a:pt x="2175" y="1355"/>
                  </a:cubicBezTo>
                  <a:cubicBezTo>
                    <a:pt x="2175" y="1922"/>
                    <a:pt x="2490" y="2395"/>
                    <a:pt x="2994" y="2615"/>
                  </a:cubicBezTo>
                  <a:lnTo>
                    <a:pt x="2584" y="3466"/>
                  </a:lnTo>
                  <a:lnTo>
                    <a:pt x="1860" y="3466"/>
                  </a:lnTo>
                  <a:cubicBezTo>
                    <a:pt x="1261" y="3466"/>
                    <a:pt x="820" y="3938"/>
                    <a:pt x="820" y="4474"/>
                  </a:cubicBezTo>
                  <a:cubicBezTo>
                    <a:pt x="820" y="4758"/>
                    <a:pt x="946" y="4978"/>
                    <a:pt x="1103" y="5199"/>
                  </a:cubicBezTo>
                  <a:cubicBezTo>
                    <a:pt x="977" y="5325"/>
                    <a:pt x="914" y="5451"/>
                    <a:pt x="851" y="5608"/>
                  </a:cubicBezTo>
                  <a:lnTo>
                    <a:pt x="158" y="8381"/>
                  </a:lnTo>
                  <a:cubicBezTo>
                    <a:pt x="1" y="8916"/>
                    <a:pt x="347" y="9483"/>
                    <a:pt x="914" y="9641"/>
                  </a:cubicBezTo>
                  <a:cubicBezTo>
                    <a:pt x="1002" y="9667"/>
                    <a:pt x="1091" y="9679"/>
                    <a:pt x="1178" y="9679"/>
                  </a:cubicBezTo>
                  <a:cubicBezTo>
                    <a:pt x="1624" y="9679"/>
                    <a:pt x="2038" y="9359"/>
                    <a:pt x="2143" y="8885"/>
                  </a:cubicBezTo>
                  <a:lnTo>
                    <a:pt x="2332" y="8286"/>
                  </a:lnTo>
                  <a:lnTo>
                    <a:pt x="4695" y="8286"/>
                  </a:lnTo>
                  <a:lnTo>
                    <a:pt x="4947" y="9452"/>
                  </a:lnTo>
                  <a:cubicBezTo>
                    <a:pt x="4995" y="9597"/>
                    <a:pt x="5118" y="9704"/>
                    <a:pt x="5257" y="9704"/>
                  </a:cubicBezTo>
                  <a:cubicBezTo>
                    <a:pt x="5300" y="9704"/>
                    <a:pt x="5344" y="9694"/>
                    <a:pt x="5388" y="9672"/>
                  </a:cubicBezTo>
                  <a:cubicBezTo>
                    <a:pt x="5577" y="9641"/>
                    <a:pt x="5703" y="9452"/>
                    <a:pt x="5609" y="9231"/>
                  </a:cubicBezTo>
                  <a:lnTo>
                    <a:pt x="5042" y="6805"/>
                  </a:lnTo>
                  <a:cubicBezTo>
                    <a:pt x="5514" y="6616"/>
                    <a:pt x="5735" y="6144"/>
                    <a:pt x="5640" y="5640"/>
                  </a:cubicBezTo>
                  <a:lnTo>
                    <a:pt x="4916" y="2867"/>
                  </a:lnTo>
                  <a:cubicBezTo>
                    <a:pt x="4884" y="2647"/>
                    <a:pt x="4758" y="2489"/>
                    <a:pt x="4569" y="2332"/>
                  </a:cubicBezTo>
                  <a:cubicBezTo>
                    <a:pt x="4790" y="2080"/>
                    <a:pt x="4916" y="1733"/>
                    <a:pt x="4916" y="1355"/>
                  </a:cubicBezTo>
                  <a:cubicBezTo>
                    <a:pt x="4916" y="630"/>
                    <a:pt x="4285" y="0"/>
                    <a:pt x="35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5"/>
            <p:cNvSpPr/>
            <p:nvPr/>
          </p:nvSpPr>
          <p:spPr>
            <a:xfrm>
              <a:off x="772900" y="2318350"/>
              <a:ext cx="122125" cy="105075"/>
            </a:xfrm>
            <a:custGeom>
              <a:rect b="b" l="l" r="r" t="t"/>
              <a:pathLst>
                <a:path extrusionOk="0" h="4203" w="4885">
                  <a:moveTo>
                    <a:pt x="3844" y="631"/>
                  </a:moveTo>
                  <a:cubicBezTo>
                    <a:pt x="4034" y="631"/>
                    <a:pt x="4223" y="789"/>
                    <a:pt x="4223" y="978"/>
                  </a:cubicBezTo>
                  <a:lnTo>
                    <a:pt x="4223" y="1734"/>
                  </a:lnTo>
                  <a:cubicBezTo>
                    <a:pt x="4223" y="1923"/>
                    <a:pt x="4034" y="2112"/>
                    <a:pt x="3844" y="2112"/>
                  </a:cubicBezTo>
                  <a:cubicBezTo>
                    <a:pt x="3655" y="2143"/>
                    <a:pt x="3498" y="2301"/>
                    <a:pt x="3498" y="2458"/>
                  </a:cubicBezTo>
                  <a:lnTo>
                    <a:pt x="3498" y="2994"/>
                  </a:lnTo>
                  <a:lnTo>
                    <a:pt x="2679" y="2206"/>
                  </a:lnTo>
                  <a:cubicBezTo>
                    <a:pt x="2584" y="2143"/>
                    <a:pt x="2521" y="2112"/>
                    <a:pt x="2427" y="2112"/>
                  </a:cubicBezTo>
                  <a:lnTo>
                    <a:pt x="1009" y="2112"/>
                  </a:lnTo>
                  <a:cubicBezTo>
                    <a:pt x="820" y="2112"/>
                    <a:pt x="662" y="1923"/>
                    <a:pt x="662" y="1734"/>
                  </a:cubicBezTo>
                  <a:lnTo>
                    <a:pt x="662" y="978"/>
                  </a:lnTo>
                  <a:cubicBezTo>
                    <a:pt x="662" y="789"/>
                    <a:pt x="820" y="631"/>
                    <a:pt x="1009" y="631"/>
                  </a:cubicBezTo>
                  <a:close/>
                  <a:moveTo>
                    <a:pt x="1009" y="1"/>
                  </a:moveTo>
                  <a:cubicBezTo>
                    <a:pt x="442" y="1"/>
                    <a:pt x="1" y="474"/>
                    <a:pt x="1" y="1041"/>
                  </a:cubicBezTo>
                  <a:lnTo>
                    <a:pt x="1" y="1765"/>
                  </a:lnTo>
                  <a:cubicBezTo>
                    <a:pt x="1" y="2364"/>
                    <a:pt x="473" y="2805"/>
                    <a:pt x="1009" y="2805"/>
                  </a:cubicBezTo>
                  <a:lnTo>
                    <a:pt x="2269" y="2805"/>
                  </a:lnTo>
                  <a:lnTo>
                    <a:pt x="3592" y="4097"/>
                  </a:lnTo>
                  <a:cubicBezTo>
                    <a:pt x="3663" y="4167"/>
                    <a:pt x="3770" y="4203"/>
                    <a:pt x="3872" y="4203"/>
                  </a:cubicBezTo>
                  <a:cubicBezTo>
                    <a:pt x="3906" y="4203"/>
                    <a:pt x="3939" y="4199"/>
                    <a:pt x="3970" y="4191"/>
                  </a:cubicBezTo>
                  <a:cubicBezTo>
                    <a:pt x="4097" y="4160"/>
                    <a:pt x="4160" y="4002"/>
                    <a:pt x="4160" y="3876"/>
                  </a:cubicBezTo>
                  <a:lnTo>
                    <a:pt x="4160" y="2773"/>
                  </a:lnTo>
                  <a:cubicBezTo>
                    <a:pt x="4569" y="2616"/>
                    <a:pt x="4884" y="2238"/>
                    <a:pt x="4884" y="1765"/>
                  </a:cubicBezTo>
                  <a:lnTo>
                    <a:pt x="4884" y="1041"/>
                  </a:lnTo>
                  <a:cubicBezTo>
                    <a:pt x="4884" y="442"/>
                    <a:pt x="4412" y="1"/>
                    <a:pt x="38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3" name="Google Shape;1223;p45"/>
          <p:cNvSpPr/>
          <p:nvPr/>
        </p:nvSpPr>
        <p:spPr>
          <a:xfrm>
            <a:off x="6397312" y="4084767"/>
            <a:ext cx="429891" cy="395493"/>
          </a:xfrm>
          <a:custGeom>
            <a:rect b="b" l="l" r="r" t="t"/>
            <a:pathLst>
              <a:path extrusionOk="0" h="10957" w="11910">
                <a:moveTo>
                  <a:pt x="7325" y="654"/>
                </a:moveTo>
                <a:cubicBezTo>
                  <a:pt x="7412" y="654"/>
                  <a:pt x="7498" y="686"/>
                  <a:pt x="7561" y="749"/>
                </a:cubicBezTo>
                <a:lnTo>
                  <a:pt x="10995" y="4088"/>
                </a:lnTo>
                <a:cubicBezTo>
                  <a:pt x="11122" y="4246"/>
                  <a:pt x="11122" y="4466"/>
                  <a:pt x="10995" y="4592"/>
                </a:cubicBezTo>
                <a:lnTo>
                  <a:pt x="10082" y="5506"/>
                </a:lnTo>
                <a:lnTo>
                  <a:pt x="7404" y="2859"/>
                </a:lnTo>
                <a:cubicBezTo>
                  <a:pt x="7215" y="2670"/>
                  <a:pt x="6955" y="2576"/>
                  <a:pt x="6691" y="2576"/>
                </a:cubicBezTo>
                <a:cubicBezTo>
                  <a:pt x="6427" y="2576"/>
                  <a:pt x="6159" y="2670"/>
                  <a:pt x="5955" y="2859"/>
                </a:cubicBezTo>
                <a:lnTo>
                  <a:pt x="4978" y="3805"/>
                </a:lnTo>
                <a:cubicBezTo>
                  <a:pt x="4915" y="3868"/>
                  <a:pt x="4828" y="3899"/>
                  <a:pt x="4742" y="3899"/>
                </a:cubicBezTo>
                <a:cubicBezTo>
                  <a:pt x="4655" y="3899"/>
                  <a:pt x="4568" y="3868"/>
                  <a:pt x="4505" y="3805"/>
                </a:cubicBezTo>
                <a:cubicBezTo>
                  <a:pt x="4379" y="3679"/>
                  <a:pt x="4379" y="3458"/>
                  <a:pt x="4505" y="3332"/>
                </a:cubicBezTo>
                <a:lnTo>
                  <a:pt x="5955" y="1883"/>
                </a:lnTo>
                <a:lnTo>
                  <a:pt x="7089" y="749"/>
                </a:lnTo>
                <a:cubicBezTo>
                  <a:pt x="7152" y="686"/>
                  <a:pt x="7239" y="654"/>
                  <a:pt x="7325" y="654"/>
                </a:cubicBezTo>
                <a:close/>
                <a:moveTo>
                  <a:pt x="2808" y="5183"/>
                </a:moveTo>
                <a:cubicBezTo>
                  <a:pt x="2899" y="5183"/>
                  <a:pt x="2993" y="5207"/>
                  <a:pt x="3056" y="5254"/>
                </a:cubicBezTo>
                <a:cubicBezTo>
                  <a:pt x="3151" y="5380"/>
                  <a:pt x="3151" y="5632"/>
                  <a:pt x="3056" y="5726"/>
                </a:cubicBezTo>
                <a:lnTo>
                  <a:pt x="2048" y="6735"/>
                </a:lnTo>
                <a:cubicBezTo>
                  <a:pt x="2001" y="6782"/>
                  <a:pt x="1914" y="6805"/>
                  <a:pt x="1824" y="6805"/>
                </a:cubicBezTo>
                <a:cubicBezTo>
                  <a:pt x="1733" y="6805"/>
                  <a:pt x="1639" y="6782"/>
                  <a:pt x="1576" y="6735"/>
                </a:cubicBezTo>
                <a:cubicBezTo>
                  <a:pt x="1449" y="6609"/>
                  <a:pt x="1449" y="6357"/>
                  <a:pt x="1576" y="6262"/>
                </a:cubicBezTo>
                <a:lnTo>
                  <a:pt x="2584" y="5254"/>
                </a:lnTo>
                <a:cubicBezTo>
                  <a:pt x="2631" y="5207"/>
                  <a:pt x="2718" y="5183"/>
                  <a:pt x="2808" y="5183"/>
                </a:cubicBezTo>
                <a:close/>
                <a:moveTo>
                  <a:pt x="3785" y="6167"/>
                </a:moveTo>
                <a:cubicBezTo>
                  <a:pt x="3875" y="6167"/>
                  <a:pt x="3970" y="6199"/>
                  <a:pt x="4033" y="6262"/>
                </a:cubicBezTo>
                <a:cubicBezTo>
                  <a:pt x="4159" y="6357"/>
                  <a:pt x="4159" y="6609"/>
                  <a:pt x="4033" y="6735"/>
                </a:cubicBezTo>
                <a:lnTo>
                  <a:pt x="3056" y="7711"/>
                </a:lnTo>
                <a:cubicBezTo>
                  <a:pt x="2993" y="7774"/>
                  <a:pt x="2899" y="7806"/>
                  <a:pt x="2808" y="7806"/>
                </a:cubicBezTo>
                <a:cubicBezTo>
                  <a:pt x="2718" y="7806"/>
                  <a:pt x="2631" y="7774"/>
                  <a:pt x="2584" y="7711"/>
                </a:cubicBezTo>
                <a:cubicBezTo>
                  <a:pt x="2395" y="7554"/>
                  <a:pt x="2395" y="7365"/>
                  <a:pt x="2584" y="7239"/>
                </a:cubicBezTo>
                <a:lnTo>
                  <a:pt x="3560" y="6262"/>
                </a:lnTo>
                <a:cubicBezTo>
                  <a:pt x="3608" y="6199"/>
                  <a:pt x="3694" y="6167"/>
                  <a:pt x="3785" y="6167"/>
                </a:cubicBezTo>
                <a:close/>
                <a:moveTo>
                  <a:pt x="4730" y="7113"/>
                </a:moveTo>
                <a:cubicBezTo>
                  <a:pt x="4821" y="7113"/>
                  <a:pt x="4915" y="7144"/>
                  <a:pt x="4978" y="7207"/>
                </a:cubicBezTo>
                <a:cubicBezTo>
                  <a:pt x="5073" y="7302"/>
                  <a:pt x="5073" y="7554"/>
                  <a:pt x="4978" y="7680"/>
                </a:cubicBezTo>
                <a:lnTo>
                  <a:pt x="4001" y="8656"/>
                </a:lnTo>
                <a:cubicBezTo>
                  <a:pt x="3938" y="8719"/>
                  <a:pt x="3844" y="8751"/>
                  <a:pt x="3749" y="8751"/>
                </a:cubicBezTo>
                <a:cubicBezTo>
                  <a:pt x="3655" y="8751"/>
                  <a:pt x="3560" y="8719"/>
                  <a:pt x="3497" y="8656"/>
                </a:cubicBezTo>
                <a:cubicBezTo>
                  <a:pt x="3403" y="8530"/>
                  <a:pt x="3403" y="8310"/>
                  <a:pt x="3497" y="8184"/>
                </a:cubicBezTo>
                <a:lnTo>
                  <a:pt x="4505" y="7207"/>
                </a:lnTo>
                <a:cubicBezTo>
                  <a:pt x="4553" y="7144"/>
                  <a:pt x="4639" y="7113"/>
                  <a:pt x="4730" y="7113"/>
                </a:cubicBezTo>
                <a:close/>
                <a:moveTo>
                  <a:pt x="4100" y="969"/>
                </a:moveTo>
                <a:cubicBezTo>
                  <a:pt x="4190" y="969"/>
                  <a:pt x="4285" y="1001"/>
                  <a:pt x="4348" y="1064"/>
                </a:cubicBezTo>
                <a:lnTo>
                  <a:pt x="5041" y="1725"/>
                </a:lnTo>
                <a:lnTo>
                  <a:pt x="3938" y="2828"/>
                </a:lnTo>
                <a:cubicBezTo>
                  <a:pt x="3560" y="3206"/>
                  <a:pt x="3560" y="3899"/>
                  <a:pt x="3938" y="4277"/>
                </a:cubicBezTo>
                <a:cubicBezTo>
                  <a:pt x="4143" y="4482"/>
                  <a:pt x="4411" y="4584"/>
                  <a:pt x="4675" y="4584"/>
                </a:cubicBezTo>
                <a:cubicBezTo>
                  <a:pt x="4939" y="4584"/>
                  <a:pt x="5199" y="4482"/>
                  <a:pt x="5388" y="4277"/>
                </a:cubicBezTo>
                <a:lnTo>
                  <a:pt x="6396" y="3332"/>
                </a:lnTo>
                <a:cubicBezTo>
                  <a:pt x="6443" y="3269"/>
                  <a:pt x="6530" y="3238"/>
                  <a:pt x="6620" y="3238"/>
                </a:cubicBezTo>
                <a:cubicBezTo>
                  <a:pt x="6711" y="3238"/>
                  <a:pt x="6805" y="3269"/>
                  <a:pt x="6868" y="3332"/>
                </a:cubicBezTo>
                <a:lnTo>
                  <a:pt x="10334" y="6735"/>
                </a:lnTo>
                <a:cubicBezTo>
                  <a:pt x="10491" y="6829"/>
                  <a:pt x="10491" y="7113"/>
                  <a:pt x="10365" y="7239"/>
                </a:cubicBezTo>
                <a:cubicBezTo>
                  <a:pt x="10302" y="7302"/>
                  <a:pt x="10216" y="7333"/>
                  <a:pt x="10129" y="7333"/>
                </a:cubicBezTo>
                <a:cubicBezTo>
                  <a:pt x="10042" y="7333"/>
                  <a:pt x="9956" y="7302"/>
                  <a:pt x="9893" y="7239"/>
                </a:cubicBezTo>
                <a:lnTo>
                  <a:pt x="8444" y="5789"/>
                </a:lnTo>
                <a:cubicBezTo>
                  <a:pt x="8381" y="5726"/>
                  <a:pt x="8286" y="5695"/>
                  <a:pt x="8195" y="5695"/>
                </a:cubicBezTo>
                <a:cubicBezTo>
                  <a:pt x="8105" y="5695"/>
                  <a:pt x="8018" y="5726"/>
                  <a:pt x="7971" y="5789"/>
                </a:cubicBezTo>
                <a:cubicBezTo>
                  <a:pt x="7845" y="5884"/>
                  <a:pt x="7845" y="6136"/>
                  <a:pt x="7971" y="6262"/>
                </a:cubicBezTo>
                <a:lnTo>
                  <a:pt x="9420" y="7711"/>
                </a:lnTo>
                <a:cubicBezTo>
                  <a:pt x="9546" y="7837"/>
                  <a:pt x="9546" y="8058"/>
                  <a:pt x="9420" y="8184"/>
                </a:cubicBezTo>
                <a:cubicBezTo>
                  <a:pt x="9357" y="8247"/>
                  <a:pt x="9271" y="8278"/>
                  <a:pt x="9184" y="8278"/>
                </a:cubicBezTo>
                <a:cubicBezTo>
                  <a:pt x="9097" y="8278"/>
                  <a:pt x="9011" y="8247"/>
                  <a:pt x="8948" y="8184"/>
                </a:cubicBezTo>
                <a:lnTo>
                  <a:pt x="7498" y="6735"/>
                </a:lnTo>
                <a:cubicBezTo>
                  <a:pt x="7435" y="6672"/>
                  <a:pt x="7341" y="6640"/>
                  <a:pt x="7250" y="6640"/>
                </a:cubicBezTo>
                <a:cubicBezTo>
                  <a:pt x="7160" y="6640"/>
                  <a:pt x="7073" y="6672"/>
                  <a:pt x="7026" y="6735"/>
                </a:cubicBezTo>
                <a:cubicBezTo>
                  <a:pt x="6900" y="6829"/>
                  <a:pt x="6900" y="7081"/>
                  <a:pt x="7026" y="7176"/>
                </a:cubicBezTo>
                <a:lnTo>
                  <a:pt x="8475" y="8656"/>
                </a:lnTo>
                <a:cubicBezTo>
                  <a:pt x="8601" y="8751"/>
                  <a:pt x="8601" y="9003"/>
                  <a:pt x="8475" y="9129"/>
                </a:cubicBezTo>
                <a:cubicBezTo>
                  <a:pt x="8412" y="9176"/>
                  <a:pt x="8325" y="9200"/>
                  <a:pt x="8239" y="9200"/>
                </a:cubicBezTo>
                <a:cubicBezTo>
                  <a:pt x="8152" y="9200"/>
                  <a:pt x="8066" y="9176"/>
                  <a:pt x="8003" y="9129"/>
                </a:cubicBezTo>
                <a:lnTo>
                  <a:pt x="6459" y="7648"/>
                </a:lnTo>
                <a:cubicBezTo>
                  <a:pt x="6270" y="7459"/>
                  <a:pt x="6018" y="7396"/>
                  <a:pt x="5797" y="7396"/>
                </a:cubicBezTo>
                <a:cubicBezTo>
                  <a:pt x="5797" y="7144"/>
                  <a:pt x="5671" y="6924"/>
                  <a:pt x="5482" y="6735"/>
                </a:cubicBezTo>
                <a:cubicBezTo>
                  <a:pt x="5293" y="6514"/>
                  <a:pt x="5041" y="6451"/>
                  <a:pt x="4821" y="6388"/>
                </a:cubicBezTo>
                <a:cubicBezTo>
                  <a:pt x="4821" y="6167"/>
                  <a:pt x="4694" y="5947"/>
                  <a:pt x="4505" y="5726"/>
                </a:cubicBezTo>
                <a:cubicBezTo>
                  <a:pt x="4285" y="5537"/>
                  <a:pt x="4064" y="5474"/>
                  <a:pt x="3812" y="5411"/>
                </a:cubicBezTo>
                <a:cubicBezTo>
                  <a:pt x="3812" y="5191"/>
                  <a:pt x="3718" y="4939"/>
                  <a:pt x="3497" y="4750"/>
                </a:cubicBezTo>
                <a:cubicBezTo>
                  <a:pt x="3308" y="4561"/>
                  <a:pt x="3048" y="4466"/>
                  <a:pt x="2785" y="4466"/>
                </a:cubicBezTo>
                <a:cubicBezTo>
                  <a:pt x="2521" y="4466"/>
                  <a:pt x="2253" y="4561"/>
                  <a:pt x="2048" y="4750"/>
                </a:cubicBezTo>
                <a:lnTo>
                  <a:pt x="1544" y="5254"/>
                </a:lnTo>
                <a:lnTo>
                  <a:pt x="819" y="4561"/>
                </a:lnTo>
                <a:cubicBezTo>
                  <a:pt x="725" y="4435"/>
                  <a:pt x="725" y="4183"/>
                  <a:pt x="819" y="4088"/>
                </a:cubicBezTo>
                <a:lnTo>
                  <a:pt x="3875" y="1064"/>
                </a:lnTo>
                <a:cubicBezTo>
                  <a:pt x="3923" y="1001"/>
                  <a:pt x="4009" y="969"/>
                  <a:pt x="4100" y="969"/>
                </a:cubicBezTo>
                <a:close/>
                <a:moveTo>
                  <a:pt x="5718" y="8089"/>
                </a:moveTo>
                <a:cubicBezTo>
                  <a:pt x="5805" y="8089"/>
                  <a:pt x="5892" y="8121"/>
                  <a:pt x="5955" y="8184"/>
                </a:cubicBezTo>
                <a:cubicBezTo>
                  <a:pt x="6081" y="8310"/>
                  <a:pt x="6081" y="8530"/>
                  <a:pt x="5955" y="8656"/>
                </a:cubicBezTo>
                <a:lnTo>
                  <a:pt x="4978" y="9633"/>
                </a:lnTo>
                <a:cubicBezTo>
                  <a:pt x="4915" y="9696"/>
                  <a:pt x="4821" y="9728"/>
                  <a:pt x="4730" y="9728"/>
                </a:cubicBezTo>
                <a:cubicBezTo>
                  <a:pt x="4639" y="9728"/>
                  <a:pt x="4553" y="9696"/>
                  <a:pt x="4505" y="9633"/>
                </a:cubicBezTo>
                <a:cubicBezTo>
                  <a:pt x="4379" y="9507"/>
                  <a:pt x="4379" y="9286"/>
                  <a:pt x="4505" y="9160"/>
                </a:cubicBezTo>
                <a:lnTo>
                  <a:pt x="5482" y="8184"/>
                </a:lnTo>
                <a:cubicBezTo>
                  <a:pt x="5545" y="8121"/>
                  <a:pt x="5632" y="8089"/>
                  <a:pt x="5718" y="8089"/>
                </a:cubicBezTo>
                <a:close/>
                <a:moveTo>
                  <a:pt x="6616" y="8877"/>
                </a:moveTo>
                <a:lnTo>
                  <a:pt x="7467" y="9665"/>
                </a:lnTo>
                <a:cubicBezTo>
                  <a:pt x="7593" y="9759"/>
                  <a:pt x="7593" y="9980"/>
                  <a:pt x="7435" y="10106"/>
                </a:cubicBezTo>
                <a:cubicBezTo>
                  <a:pt x="7388" y="10169"/>
                  <a:pt x="7286" y="10200"/>
                  <a:pt x="7179" y="10200"/>
                </a:cubicBezTo>
                <a:cubicBezTo>
                  <a:pt x="7073" y="10200"/>
                  <a:pt x="6963" y="10169"/>
                  <a:pt x="6900" y="10106"/>
                </a:cubicBezTo>
                <a:lnTo>
                  <a:pt x="6207" y="9412"/>
                </a:lnTo>
                <a:lnTo>
                  <a:pt x="6427" y="9160"/>
                </a:lnTo>
                <a:cubicBezTo>
                  <a:pt x="6522" y="9097"/>
                  <a:pt x="6585" y="8971"/>
                  <a:pt x="6616" y="8877"/>
                </a:cubicBezTo>
                <a:close/>
                <a:moveTo>
                  <a:pt x="7309" y="0"/>
                </a:moveTo>
                <a:cubicBezTo>
                  <a:pt x="7042" y="0"/>
                  <a:pt x="6774" y="103"/>
                  <a:pt x="6585" y="308"/>
                </a:cubicBezTo>
                <a:lnTo>
                  <a:pt x="5608" y="1284"/>
                </a:lnTo>
                <a:lnTo>
                  <a:pt x="4852" y="560"/>
                </a:lnTo>
                <a:cubicBezTo>
                  <a:pt x="4656" y="394"/>
                  <a:pt x="4409" y="307"/>
                  <a:pt x="4163" y="307"/>
                </a:cubicBezTo>
                <a:cubicBezTo>
                  <a:pt x="3897" y="307"/>
                  <a:pt x="3631" y="409"/>
                  <a:pt x="3434" y="623"/>
                </a:cubicBezTo>
                <a:lnTo>
                  <a:pt x="410" y="3647"/>
                </a:lnTo>
                <a:cubicBezTo>
                  <a:pt x="0" y="4025"/>
                  <a:pt x="0" y="4718"/>
                  <a:pt x="410" y="5096"/>
                </a:cubicBezTo>
                <a:lnTo>
                  <a:pt x="1103" y="5821"/>
                </a:lnTo>
                <a:cubicBezTo>
                  <a:pt x="725" y="6199"/>
                  <a:pt x="725" y="6829"/>
                  <a:pt x="1103" y="7239"/>
                </a:cubicBezTo>
                <a:cubicBezTo>
                  <a:pt x="1292" y="7428"/>
                  <a:pt x="1544" y="7491"/>
                  <a:pt x="1765" y="7554"/>
                </a:cubicBezTo>
                <a:cubicBezTo>
                  <a:pt x="1765" y="7774"/>
                  <a:pt x="1891" y="8026"/>
                  <a:pt x="2080" y="8215"/>
                </a:cubicBezTo>
                <a:cubicBezTo>
                  <a:pt x="2300" y="8404"/>
                  <a:pt x="2521" y="8499"/>
                  <a:pt x="2773" y="8530"/>
                </a:cubicBezTo>
                <a:cubicBezTo>
                  <a:pt x="2773" y="8751"/>
                  <a:pt x="2867" y="9003"/>
                  <a:pt x="3088" y="9192"/>
                </a:cubicBezTo>
                <a:cubicBezTo>
                  <a:pt x="3277" y="9381"/>
                  <a:pt x="3497" y="9475"/>
                  <a:pt x="3749" y="9507"/>
                </a:cubicBezTo>
                <a:cubicBezTo>
                  <a:pt x="3749" y="9759"/>
                  <a:pt x="3875" y="9980"/>
                  <a:pt x="4064" y="10169"/>
                </a:cubicBezTo>
                <a:cubicBezTo>
                  <a:pt x="4253" y="10373"/>
                  <a:pt x="4521" y="10476"/>
                  <a:pt x="4789" y="10476"/>
                </a:cubicBezTo>
                <a:cubicBezTo>
                  <a:pt x="5057" y="10476"/>
                  <a:pt x="5325" y="10373"/>
                  <a:pt x="5514" y="10169"/>
                </a:cubicBezTo>
                <a:lnTo>
                  <a:pt x="5766" y="9948"/>
                </a:lnTo>
                <a:lnTo>
                  <a:pt x="6459" y="10673"/>
                </a:lnTo>
                <a:cubicBezTo>
                  <a:pt x="6664" y="10862"/>
                  <a:pt x="6939" y="10956"/>
                  <a:pt x="7219" y="10956"/>
                </a:cubicBezTo>
                <a:cubicBezTo>
                  <a:pt x="7498" y="10956"/>
                  <a:pt x="7782" y="10862"/>
                  <a:pt x="8003" y="10673"/>
                </a:cubicBezTo>
                <a:cubicBezTo>
                  <a:pt x="8192" y="10452"/>
                  <a:pt x="8286" y="10232"/>
                  <a:pt x="8318" y="9980"/>
                </a:cubicBezTo>
                <a:cubicBezTo>
                  <a:pt x="8538" y="9980"/>
                  <a:pt x="8790" y="9885"/>
                  <a:pt x="8979" y="9665"/>
                </a:cubicBezTo>
                <a:cubicBezTo>
                  <a:pt x="9168" y="9475"/>
                  <a:pt x="9263" y="9255"/>
                  <a:pt x="9294" y="9003"/>
                </a:cubicBezTo>
                <a:cubicBezTo>
                  <a:pt x="9546" y="9003"/>
                  <a:pt x="9767" y="8877"/>
                  <a:pt x="9956" y="8688"/>
                </a:cubicBezTo>
                <a:cubicBezTo>
                  <a:pt x="10176" y="8499"/>
                  <a:pt x="10239" y="8247"/>
                  <a:pt x="10271" y="8026"/>
                </a:cubicBezTo>
                <a:cubicBezTo>
                  <a:pt x="10523" y="8026"/>
                  <a:pt x="10743" y="7900"/>
                  <a:pt x="10964" y="7711"/>
                </a:cubicBezTo>
                <a:cubicBezTo>
                  <a:pt x="11342" y="7302"/>
                  <a:pt x="11342" y="6640"/>
                  <a:pt x="10964" y="6262"/>
                </a:cubicBezTo>
                <a:lnTo>
                  <a:pt x="10680" y="5978"/>
                </a:lnTo>
                <a:lnTo>
                  <a:pt x="11594" y="5065"/>
                </a:lnTo>
                <a:cubicBezTo>
                  <a:pt x="11909" y="4687"/>
                  <a:pt x="11909" y="4057"/>
                  <a:pt x="11468" y="3647"/>
                </a:cubicBezTo>
                <a:lnTo>
                  <a:pt x="8034" y="308"/>
                </a:lnTo>
                <a:cubicBezTo>
                  <a:pt x="7845" y="103"/>
                  <a:pt x="7577" y="0"/>
                  <a:pt x="730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" name="Google Shape;1228;p46"/>
          <p:cNvGrpSpPr/>
          <p:nvPr/>
        </p:nvGrpSpPr>
        <p:grpSpPr>
          <a:xfrm flipH="1">
            <a:off x="8300550" y="-375"/>
            <a:ext cx="238275" cy="1935643"/>
            <a:chOff x="474950" y="-375"/>
            <a:chExt cx="238275" cy="940500"/>
          </a:xfrm>
        </p:grpSpPr>
        <p:cxnSp>
          <p:nvCxnSpPr>
            <p:cNvPr id="1229" name="Google Shape;1229;p46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46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31" name="Google Shape;1231;p46"/>
          <p:cNvCxnSpPr/>
          <p:nvPr/>
        </p:nvCxnSpPr>
        <p:spPr>
          <a:xfrm>
            <a:off x="7842050" y="4426175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32" name="Google Shape;1232;p46"/>
          <p:cNvGrpSpPr/>
          <p:nvPr/>
        </p:nvGrpSpPr>
        <p:grpSpPr>
          <a:xfrm>
            <a:off x="7614171" y="3957101"/>
            <a:ext cx="455742" cy="385443"/>
            <a:chOff x="4052875" y="1592600"/>
            <a:chExt cx="737925" cy="624200"/>
          </a:xfrm>
        </p:grpSpPr>
        <p:sp>
          <p:nvSpPr>
            <p:cNvPr id="1233" name="Google Shape;1233;p46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46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46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46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46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46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46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6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46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46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0" name="Google Shape;1250;p46"/>
          <p:cNvSpPr/>
          <p:nvPr/>
        </p:nvSpPr>
        <p:spPr>
          <a:xfrm>
            <a:off x="8237625" y="20176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46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sp>
        <p:nvSpPr>
          <p:cNvPr id="1252" name="Google Shape;1252;p46"/>
          <p:cNvSpPr txBox="1"/>
          <p:nvPr/>
        </p:nvSpPr>
        <p:spPr>
          <a:xfrm>
            <a:off x="998525" y="1278625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1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. 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L'utilisateur entre son login et son mot de passe.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53" name="Google Shape;1253;p46"/>
          <p:cNvSpPr/>
          <p:nvPr/>
        </p:nvSpPr>
        <p:spPr>
          <a:xfrm>
            <a:off x="6075697" y="1156239"/>
            <a:ext cx="433284" cy="422781"/>
          </a:xfrm>
          <a:custGeom>
            <a:rect b="b" l="l" r="r" t="t"/>
            <a:pathLst>
              <a:path extrusionOk="0" h="11713" w="12004">
                <a:moveTo>
                  <a:pt x="8633" y="2088"/>
                </a:moveTo>
                <a:cubicBezTo>
                  <a:pt x="8900" y="2088"/>
                  <a:pt x="9168" y="2182"/>
                  <a:pt x="9357" y="2371"/>
                </a:cubicBezTo>
                <a:cubicBezTo>
                  <a:pt x="9767" y="2781"/>
                  <a:pt x="9767" y="3442"/>
                  <a:pt x="9357" y="3820"/>
                </a:cubicBezTo>
                <a:lnTo>
                  <a:pt x="8128" y="5018"/>
                </a:lnTo>
                <a:cubicBezTo>
                  <a:pt x="7939" y="4702"/>
                  <a:pt x="7750" y="4419"/>
                  <a:pt x="7498" y="4135"/>
                </a:cubicBezTo>
                <a:cubicBezTo>
                  <a:pt x="7278" y="3915"/>
                  <a:pt x="6994" y="3726"/>
                  <a:pt x="6679" y="3568"/>
                </a:cubicBezTo>
                <a:lnTo>
                  <a:pt x="7908" y="2371"/>
                </a:lnTo>
                <a:cubicBezTo>
                  <a:pt x="8097" y="2182"/>
                  <a:pt x="8365" y="2088"/>
                  <a:pt x="8633" y="2088"/>
                </a:cubicBezTo>
                <a:close/>
                <a:moveTo>
                  <a:pt x="5230" y="5333"/>
                </a:moveTo>
                <a:cubicBezTo>
                  <a:pt x="5514" y="5333"/>
                  <a:pt x="5829" y="5396"/>
                  <a:pt x="6018" y="5648"/>
                </a:cubicBezTo>
                <a:cubicBezTo>
                  <a:pt x="6207" y="5837"/>
                  <a:pt x="6333" y="6120"/>
                  <a:pt x="6333" y="6435"/>
                </a:cubicBezTo>
                <a:cubicBezTo>
                  <a:pt x="6049" y="6435"/>
                  <a:pt x="5766" y="6309"/>
                  <a:pt x="5545" y="6120"/>
                </a:cubicBezTo>
                <a:cubicBezTo>
                  <a:pt x="5356" y="5931"/>
                  <a:pt x="5230" y="5648"/>
                  <a:pt x="5230" y="5333"/>
                </a:cubicBezTo>
                <a:close/>
                <a:moveTo>
                  <a:pt x="8617" y="717"/>
                </a:moveTo>
                <a:cubicBezTo>
                  <a:pt x="9223" y="717"/>
                  <a:pt x="9830" y="953"/>
                  <a:pt x="10302" y="1426"/>
                </a:cubicBezTo>
                <a:cubicBezTo>
                  <a:pt x="11247" y="2340"/>
                  <a:pt x="11247" y="3883"/>
                  <a:pt x="10302" y="4828"/>
                </a:cubicBezTo>
                <a:lnTo>
                  <a:pt x="8381" y="6719"/>
                </a:lnTo>
                <a:cubicBezTo>
                  <a:pt x="8412" y="6404"/>
                  <a:pt x="8412" y="6089"/>
                  <a:pt x="8349" y="5774"/>
                </a:cubicBezTo>
                <a:lnTo>
                  <a:pt x="9798" y="4356"/>
                </a:lnTo>
                <a:cubicBezTo>
                  <a:pt x="10460" y="3663"/>
                  <a:pt x="10460" y="2560"/>
                  <a:pt x="9798" y="1930"/>
                </a:cubicBezTo>
                <a:cubicBezTo>
                  <a:pt x="9467" y="1599"/>
                  <a:pt x="9034" y="1434"/>
                  <a:pt x="8601" y="1434"/>
                </a:cubicBezTo>
                <a:cubicBezTo>
                  <a:pt x="8168" y="1434"/>
                  <a:pt x="7735" y="1599"/>
                  <a:pt x="7404" y="1930"/>
                </a:cubicBezTo>
                <a:cubicBezTo>
                  <a:pt x="7309" y="2025"/>
                  <a:pt x="5356" y="3946"/>
                  <a:pt x="5073" y="4230"/>
                </a:cubicBezTo>
                <a:cubicBezTo>
                  <a:pt x="4411" y="4892"/>
                  <a:pt x="4411" y="5963"/>
                  <a:pt x="5073" y="6624"/>
                </a:cubicBezTo>
                <a:cubicBezTo>
                  <a:pt x="5356" y="6908"/>
                  <a:pt x="5671" y="7065"/>
                  <a:pt x="6049" y="7097"/>
                </a:cubicBezTo>
                <a:lnTo>
                  <a:pt x="5514" y="7664"/>
                </a:lnTo>
                <a:cubicBezTo>
                  <a:pt x="5167" y="7538"/>
                  <a:pt x="4883" y="7349"/>
                  <a:pt x="4600" y="7097"/>
                </a:cubicBezTo>
                <a:cubicBezTo>
                  <a:pt x="3655" y="6152"/>
                  <a:pt x="3655" y="4671"/>
                  <a:pt x="4600" y="3726"/>
                </a:cubicBezTo>
                <a:lnTo>
                  <a:pt x="6931" y="1426"/>
                </a:lnTo>
                <a:cubicBezTo>
                  <a:pt x="7404" y="953"/>
                  <a:pt x="8010" y="717"/>
                  <a:pt x="8617" y="717"/>
                </a:cubicBezTo>
                <a:close/>
                <a:moveTo>
                  <a:pt x="3497" y="6719"/>
                </a:moveTo>
                <a:cubicBezTo>
                  <a:pt x="3655" y="7034"/>
                  <a:pt x="3844" y="7286"/>
                  <a:pt x="4127" y="7569"/>
                </a:cubicBezTo>
                <a:cubicBezTo>
                  <a:pt x="4348" y="7821"/>
                  <a:pt x="4663" y="8042"/>
                  <a:pt x="4978" y="8168"/>
                </a:cubicBezTo>
                <a:lnTo>
                  <a:pt x="3812" y="9334"/>
                </a:lnTo>
                <a:cubicBezTo>
                  <a:pt x="3608" y="9538"/>
                  <a:pt x="3340" y="9641"/>
                  <a:pt x="3076" y="9641"/>
                </a:cubicBezTo>
                <a:cubicBezTo>
                  <a:pt x="2812" y="9641"/>
                  <a:pt x="2552" y="9538"/>
                  <a:pt x="2363" y="9334"/>
                </a:cubicBezTo>
                <a:cubicBezTo>
                  <a:pt x="1954" y="8956"/>
                  <a:pt x="1954" y="8294"/>
                  <a:pt x="2363" y="7884"/>
                </a:cubicBezTo>
                <a:lnTo>
                  <a:pt x="3497" y="6719"/>
                </a:lnTo>
                <a:close/>
                <a:moveTo>
                  <a:pt x="6112" y="4135"/>
                </a:moveTo>
                <a:cubicBezTo>
                  <a:pt x="6396" y="4261"/>
                  <a:pt x="6742" y="4450"/>
                  <a:pt x="6963" y="4702"/>
                </a:cubicBezTo>
                <a:cubicBezTo>
                  <a:pt x="7908" y="5648"/>
                  <a:pt x="7908" y="7128"/>
                  <a:pt x="6963" y="8073"/>
                </a:cubicBezTo>
                <a:lnTo>
                  <a:pt x="4757" y="10342"/>
                </a:lnTo>
                <a:cubicBezTo>
                  <a:pt x="4285" y="10814"/>
                  <a:pt x="3671" y="11051"/>
                  <a:pt x="3056" y="11051"/>
                </a:cubicBezTo>
                <a:cubicBezTo>
                  <a:pt x="2442" y="11051"/>
                  <a:pt x="1828" y="10814"/>
                  <a:pt x="1355" y="10342"/>
                </a:cubicBezTo>
                <a:cubicBezTo>
                  <a:pt x="945" y="9901"/>
                  <a:pt x="662" y="9271"/>
                  <a:pt x="662" y="8641"/>
                </a:cubicBezTo>
                <a:cubicBezTo>
                  <a:pt x="662" y="8010"/>
                  <a:pt x="882" y="7380"/>
                  <a:pt x="1355" y="6939"/>
                </a:cubicBezTo>
                <a:lnTo>
                  <a:pt x="3214" y="5081"/>
                </a:lnTo>
                <a:lnTo>
                  <a:pt x="3214" y="5081"/>
                </a:lnTo>
                <a:cubicBezTo>
                  <a:pt x="3182" y="5396"/>
                  <a:pt x="3214" y="5679"/>
                  <a:pt x="3245" y="5994"/>
                </a:cubicBezTo>
                <a:lnTo>
                  <a:pt x="1828" y="7443"/>
                </a:lnTo>
                <a:cubicBezTo>
                  <a:pt x="1166" y="8105"/>
                  <a:pt x="1166" y="9176"/>
                  <a:pt x="1828" y="9838"/>
                </a:cubicBezTo>
                <a:cubicBezTo>
                  <a:pt x="2174" y="10184"/>
                  <a:pt x="2623" y="10358"/>
                  <a:pt x="3064" y="10358"/>
                </a:cubicBezTo>
                <a:cubicBezTo>
                  <a:pt x="3505" y="10358"/>
                  <a:pt x="3938" y="10184"/>
                  <a:pt x="4253" y="9838"/>
                </a:cubicBezTo>
                <a:lnTo>
                  <a:pt x="6490" y="7569"/>
                </a:lnTo>
                <a:cubicBezTo>
                  <a:pt x="7152" y="6908"/>
                  <a:pt x="7152" y="5837"/>
                  <a:pt x="6490" y="5175"/>
                </a:cubicBezTo>
                <a:cubicBezTo>
                  <a:pt x="6207" y="4892"/>
                  <a:pt x="5892" y="4734"/>
                  <a:pt x="5514" y="4702"/>
                </a:cubicBezTo>
                <a:lnTo>
                  <a:pt x="6112" y="4135"/>
                </a:lnTo>
                <a:close/>
                <a:moveTo>
                  <a:pt x="8585" y="0"/>
                </a:moveTo>
                <a:cubicBezTo>
                  <a:pt x="7798" y="0"/>
                  <a:pt x="7010" y="308"/>
                  <a:pt x="6396" y="922"/>
                </a:cubicBezTo>
                <a:lnTo>
                  <a:pt x="4096" y="3190"/>
                </a:lnTo>
                <a:lnTo>
                  <a:pt x="882" y="6467"/>
                </a:lnTo>
                <a:cubicBezTo>
                  <a:pt x="315" y="7065"/>
                  <a:pt x="0" y="7821"/>
                  <a:pt x="0" y="8641"/>
                </a:cubicBezTo>
                <a:cubicBezTo>
                  <a:pt x="0" y="9460"/>
                  <a:pt x="315" y="10247"/>
                  <a:pt x="882" y="10814"/>
                </a:cubicBezTo>
                <a:cubicBezTo>
                  <a:pt x="1497" y="11413"/>
                  <a:pt x="2284" y="11712"/>
                  <a:pt x="3072" y="11712"/>
                </a:cubicBezTo>
                <a:cubicBezTo>
                  <a:pt x="3860" y="11712"/>
                  <a:pt x="4647" y="11413"/>
                  <a:pt x="5262" y="10814"/>
                </a:cubicBezTo>
                <a:cubicBezTo>
                  <a:pt x="8034" y="8010"/>
                  <a:pt x="6837" y="9145"/>
                  <a:pt x="10775" y="5301"/>
                </a:cubicBezTo>
                <a:cubicBezTo>
                  <a:pt x="12004" y="4072"/>
                  <a:pt x="12004" y="2151"/>
                  <a:pt x="10775" y="922"/>
                </a:cubicBezTo>
                <a:cubicBezTo>
                  <a:pt x="10161" y="308"/>
                  <a:pt x="9373" y="0"/>
                  <a:pt x="85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4" name="Google Shape;1254;p46"/>
          <p:cNvPicPr preferRelativeResize="0"/>
          <p:nvPr/>
        </p:nvPicPr>
        <p:blipFill rotWithShape="1">
          <a:blip r:embed="rId3">
            <a:alphaModFix/>
          </a:blip>
          <a:srcRect b="47173" l="17991" r="24824" t="35988"/>
          <a:stretch/>
        </p:blipFill>
        <p:spPr>
          <a:xfrm>
            <a:off x="622850" y="1730125"/>
            <a:ext cx="4490726" cy="99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46"/>
          <p:cNvPicPr preferRelativeResize="0"/>
          <p:nvPr/>
        </p:nvPicPr>
        <p:blipFill rotWithShape="1">
          <a:blip r:embed="rId4">
            <a:alphaModFix/>
          </a:blip>
          <a:srcRect b="0" l="10282" r="0" t="44660"/>
          <a:stretch/>
        </p:blipFill>
        <p:spPr>
          <a:xfrm>
            <a:off x="877627" y="2914650"/>
            <a:ext cx="3981174" cy="1844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46"/>
          <p:cNvPicPr preferRelativeResize="0"/>
          <p:nvPr/>
        </p:nvPicPr>
        <p:blipFill rotWithShape="1">
          <a:blip r:embed="rId5">
            <a:alphaModFix/>
          </a:blip>
          <a:srcRect b="24809" l="25517" r="24313" t="36799"/>
          <a:stretch/>
        </p:blipFill>
        <p:spPr>
          <a:xfrm>
            <a:off x="5370925" y="1832975"/>
            <a:ext cx="2699002" cy="275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47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pic>
        <p:nvPicPr>
          <p:cNvPr id="1262" name="Google Shape;1262;p47"/>
          <p:cNvPicPr preferRelativeResize="0"/>
          <p:nvPr/>
        </p:nvPicPr>
        <p:blipFill rotWithShape="1">
          <a:blip r:embed="rId3">
            <a:alphaModFix/>
          </a:blip>
          <a:srcRect b="23339" l="27450" r="21125" t="9011"/>
          <a:stretch/>
        </p:blipFill>
        <p:spPr>
          <a:xfrm>
            <a:off x="973769" y="1899275"/>
            <a:ext cx="2391393" cy="236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47"/>
          <p:cNvPicPr preferRelativeResize="0"/>
          <p:nvPr/>
        </p:nvPicPr>
        <p:blipFill rotWithShape="1">
          <a:blip r:embed="rId4">
            <a:alphaModFix/>
          </a:blip>
          <a:srcRect b="10094" l="29800" r="31749" t="55620"/>
          <a:stretch/>
        </p:blipFill>
        <p:spPr>
          <a:xfrm>
            <a:off x="3956990" y="2645987"/>
            <a:ext cx="1342689" cy="159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4" name="Google Shape;1264;p47"/>
          <p:cNvPicPr preferRelativeResize="0"/>
          <p:nvPr/>
        </p:nvPicPr>
        <p:blipFill rotWithShape="1">
          <a:blip r:embed="rId5">
            <a:alphaModFix/>
          </a:blip>
          <a:srcRect b="26543" l="19804" r="27415" t="33757"/>
          <a:stretch/>
        </p:blipFill>
        <p:spPr>
          <a:xfrm>
            <a:off x="5811433" y="1877699"/>
            <a:ext cx="2358804" cy="23625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5" name="Google Shape;1265;p47"/>
          <p:cNvGrpSpPr/>
          <p:nvPr/>
        </p:nvGrpSpPr>
        <p:grpSpPr>
          <a:xfrm>
            <a:off x="575525" y="4520850"/>
            <a:ext cx="288175" cy="375625"/>
            <a:chOff x="552600" y="3947000"/>
            <a:chExt cx="288175" cy="375625"/>
          </a:xfrm>
        </p:grpSpPr>
        <p:sp>
          <p:nvSpPr>
            <p:cNvPr id="1266" name="Google Shape;1266;p47"/>
            <p:cNvSpPr/>
            <p:nvPr/>
          </p:nvSpPr>
          <p:spPr>
            <a:xfrm>
              <a:off x="552600" y="3947000"/>
              <a:ext cx="120000" cy="110200"/>
            </a:xfrm>
            <a:custGeom>
              <a:rect b="b" l="l" r="r" t="t"/>
              <a:pathLst>
                <a:path extrusionOk="0" h="4408" w="4800">
                  <a:moveTo>
                    <a:pt x="2281" y="1"/>
                  </a:moveTo>
                  <a:cubicBezTo>
                    <a:pt x="1899" y="1"/>
                    <a:pt x="1523" y="96"/>
                    <a:pt x="1178" y="286"/>
                  </a:cubicBezTo>
                  <a:cubicBezTo>
                    <a:pt x="678" y="589"/>
                    <a:pt x="303" y="1053"/>
                    <a:pt x="161" y="1624"/>
                  </a:cubicBezTo>
                  <a:cubicBezTo>
                    <a:pt x="0" y="2195"/>
                    <a:pt x="89" y="2784"/>
                    <a:pt x="375" y="3302"/>
                  </a:cubicBezTo>
                  <a:cubicBezTo>
                    <a:pt x="785" y="3997"/>
                    <a:pt x="1517" y="4408"/>
                    <a:pt x="2284" y="4408"/>
                  </a:cubicBezTo>
                  <a:cubicBezTo>
                    <a:pt x="2659" y="4408"/>
                    <a:pt x="3033" y="4301"/>
                    <a:pt x="3390" y="4104"/>
                  </a:cubicBezTo>
                  <a:cubicBezTo>
                    <a:pt x="4443" y="3498"/>
                    <a:pt x="4800" y="2142"/>
                    <a:pt x="4193" y="1107"/>
                  </a:cubicBezTo>
                  <a:cubicBezTo>
                    <a:pt x="3890" y="589"/>
                    <a:pt x="3426" y="233"/>
                    <a:pt x="2855" y="72"/>
                  </a:cubicBezTo>
                  <a:cubicBezTo>
                    <a:pt x="2665" y="24"/>
                    <a:pt x="2472" y="1"/>
                    <a:pt x="2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67" name="Google Shape;1267;p47"/>
            <p:cNvSpPr/>
            <p:nvPr/>
          </p:nvSpPr>
          <p:spPr>
            <a:xfrm>
              <a:off x="554825" y="4249425"/>
              <a:ext cx="285950" cy="73200"/>
            </a:xfrm>
            <a:custGeom>
              <a:rect b="b" l="l" r="r" t="t"/>
              <a:pathLst>
                <a:path extrusionOk="0" h="2928" w="11438">
                  <a:moveTo>
                    <a:pt x="1321" y="1"/>
                  </a:moveTo>
                  <a:cubicBezTo>
                    <a:pt x="589" y="1"/>
                    <a:pt x="0" y="590"/>
                    <a:pt x="0" y="1321"/>
                  </a:cubicBezTo>
                  <a:lnTo>
                    <a:pt x="0" y="2481"/>
                  </a:lnTo>
                  <a:cubicBezTo>
                    <a:pt x="0" y="2731"/>
                    <a:pt x="197" y="2927"/>
                    <a:pt x="429" y="2927"/>
                  </a:cubicBezTo>
                  <a:lnTo>
                    <a:pt x="10991" y="2927"/>
                  </a:lnTo>
                  <a:cubicBezTo>
                    <a:pt x="11241" y="2927"/>
                    <a:pt x="11437" y="2731"/>
                    <a:pt x="11437" y="2481"/>
                  </a:cubicBezTo>
                  <a:lnTo>
                    <a:pt x="11437" y="1321"/>
                  </a:lnTo>
                  <a:cubicBezTo>
                    <a:pt x="11437" y="590"/>
                    <a:pt x="10849" y="1"/>
                    <a:pt x="10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68" name="Google Shape;1268;p47"/>
            <p:cNvSpPr/>
            <p:nvPr/>
          </p:nvSpPr>
          <p:spPr>
            <a:xfrm>
              <a:off x="591400" y="4153975"/>
              <a:ext cx="212800" cy="72725"/>
            </a:xfrm>
            <a:custGeom>
              <a:rect b="b" l="l" r="r" t="t"/>
              <a:pathLst>
                <a:path extrusionOk="0" h="2909" w="8512">
                  <a:moveTo>
                    <a:pt x="1321" y="1"/>
                  </a:moveTo>
                  <a:cubicBezTo>
                    <a:pt x="589" y="1"/>
                    <a:pt x="0" y="589"/>
                    <a:pt x="0" y="1321"/>
                  </a:cubicBezTo>
                  <a:lnTo>
                    <a:pt x="0" y="2909"/>
                  </a:lnTo>
                  <a:lnTo>
                    <a:pt x="8511" y="2909"/>
                  </a:lnTo>
                  <a:lnTo>
                    <a:pt x="8511" y="1321"/>
                  </a:lnTo>
                  <a:cubicBezTo>
                    <a:pt x="8511" y="589"/>
                    <a:pt x="7923" y="1"/>
                    <a:pt x="7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269" name="Google Shape;1269;p47"/>
            <p:cNvSpPr/>
            <p:nvPr/>
          </p:nvSpPr>
          <p:spPr>
            <a:xfrm>
              <a:off x="615925" y="4045575"/>
              <a:ext cx="106650" cy="86125"/>
            </a:xfrm>
            <a:custGeom>
              <a:rect b="b" l="l" r="r" t="t"/>
              <a:pathLst>
                <a:path extrusionOk="0" h="3445" w="4266">
                  <a:moveTo>
                    <a:pt x="2285" y="1"/>
                  </a:moveTo>
                  <a:cubicBezTo>
                    <a:pt x="2035" y="376"/>
                    <a:pt x="1696" y="697"/>
                    <a:pt x="1285" y="929"/>
                  </a:cubicBezTo>
                  <a:cubicBezTo>
                    <a:pt x="893" y="1161"/>
                    <a:pt x="447" y="1286"/>
                    <a:pt x="1" y="1321"/>
                  </a:cubicBezTo>
                  <a:lnTo>
                    <a:pt x="1232" y="3444"/>
                  </a:lnTo>
                  <a:lnTo>
                    <a:pt x="4265" y="3444"/>
                  </a:lnTo>
                  <a:lnTo>
                    <a:pt x="22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1270" name="Google Shape;1270;p47"/>
          <p:cNvSpPr txBox="1"/>
          <p:nvPr/>
        </p:nvSpPr>
        <p:spPr>
          <a:xfrm>
            <a:off x="904625" y="1278625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2. L'utilisateur déplace la pince du jeu 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1271" name="Google Shape;1271;p47"/>
          <p:cNvPicPr preferRelativeResize="0"/>
          <p:nvPr/>
        </p:nvPicPr>
        <p:blipFill rotWithShape="1">
          <a:blip r:embed="rId5">
            <a:alphaModFix/>
          </a:blip>
          <a:srcRect b="26699" l="21405" r="26867" t="34392"/>
          <a:stretch/>
        </p:blipFill>
        <p:spPr>
          <a:xfrm>
            <a:off x="5793325" y="1839098"/>
            <a:ext cx="2391402" cy="239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48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pic>
        <p:nvPicPr>
          <p:cNvPr id="1277" name="Google Shape;1277;p48"/>
          <p:cNvPicPr preferRelativeResize="0"/>
          <p:nvPr/>
        </p:nvPicPr>
        <p:blipFill rotWithShape="1">
          <a:blip r:embed="rId3">
            <a:alphaModFix/>
          </a:blip>
          <a:srcRect b="23339" l="27450" r="21125" t="9011"/>
          <a:stretch/>
        </p:blipFill>
        <p:spPr>
          <a:xfrm>
            <a:off x="973744" y="1887675"/>
            <a:ext cx="2391393" cy="2362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8" name="Google Shape;1278;p48"/>
          <p:cNvPicPr preferRelativeResize="0"/>
          <p:nvPr/>
        </p:nvPicPr>
        <p:blipFill rotWithShape="1">
          <a:blip r:embed="rId4">
            <a:alphaModFix/>
          </a:blip>
          <a:srcRect b="3763" l="30594" r="0" t="34352"/>
          <a:stretch/>
        </p:blipFill>
        <p:spPr>
          <a:xfrm>
            <a:off x="3956965" y="2634387"/>
            <a:ext cx="1342689" cy="1594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9" name="Google Shape;1279;p48"/>
          <p:cNvPicPr preferRelativeResize="0"/>
          <p:nvPr/>
        </p:nvPicPr>
        <p:blipFill rotWithShape="1">
          <a:blip r:embed="rId5">
            <a:alphaModFix/>
          </a:blip>
          <a:srcRect b="17056" l="2162" r="22774" t="26485"/>
          <a:stretch/>
        </p:blipFill>
        <p:spPr>
          <a:xfrm>
            <a:off x="5811408" y="1866099"/>
            <a:ext cx="2358804" cy="2362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48"/>
          <p:cNvSpPr txBox="1"/>
          <p:nvPr/>
        </p:nvSpPr>
        <p:spPr>
          <a:xfrm>
            <a:off x="904625" y="1278625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3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.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L'utilisateur fait descendre la pince pour attraper une peluche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49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pic>
        <p:nvPicPr>
          <p:cNvPr id="1286" name="Google Shape;1286;p49"/>
          <p:cNvPicPr preferRelativeResize="0"/>
          <p:nvPr/>
        </p:nvPicPr>
        <p:blipFill rotWithShape="1">
          <a:blip r:embed="rId3">
            <a:alphaModFix/>
          </a:blip>
          <a:srcRect b="23339" l="27450" r="21125" t="9011"/>
          <a:stretch/>
        </p:blipFill>
        <p:spPr>
          <a:xfrm>
            <a:off x="1466013" y="1960025"/>
            <a:ext cx="2618573" cy="262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7" name="Google Shape;1287;p49"/>
          <p:cNvPicPr preferRelativeResize="0"/>
          <p:nvPr/>
        </p:nvPicPr>
        <p:blipFill rotWithShape="1">
          <a:blip r:embed="rId4">
            <a:alphaModFix/>
          </a:blip>
          <a:srcRect b="39008" l="20753" r="22867" t="34852"/>
          <a:stretch/>
        </p:blipFill>
        <p:spPr>
          <a:xfrm>
            <a:off x="4905799" y="2116064"/>
            <a:ext cx="2772183" cy="978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8" name="Google Shape;1288;p49"/>
          <p:cNvPicPr preferRelativeResize="0"/>
          <p:nvPr/>
        </p:nvPicPr>
        <p:blipFill rotWithShape="1">
          <a:blip r:embed="rId5">
            <a:alphaModFix/>
          </a:blip>
          <a:srcRect b="39885" l="19933" r="25155" t="34656"/>
          <a:stretch/>
        </p:blipFill>
        <p:spPr>
          <a:xfrm>
            <a:off x="4905803" y="3447797"/>
            <a:ext cx="2772183" cy="97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49"/>
          <p:cNvSpPr txBox="1"/>
          <p:nvPr/>
        </p:nvSpPr>
        <p:spPr>
          <a:xfrm>
            <a:off x="998525" y="1278625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4. Une led s'allume lorsque la pince remonte. 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  Elle change en fonction du résultat obtenu.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50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pic>
        <p:nvPicPr>
          <p:cNvPr id="1295" name="Google Shape;1295;p50"/>
          <p:cNvPicPr preferRelativeResize="0"/>
          <p:nvPr/>
        </p:nvPicPr>
        <p:blipFill rotWithShape="1">
          <a:blip r:embed="rId3">
            <a:alphaModFix/>
          </a:blip>
          <a:srcRect b="26708" l="22911" r="20322" t="30606"/>
          <a:stretch/>
        </p:blipFill>
        <p:spPr>
          <a:xfrm>
            <a:off x="1465988" y="1960025"/>
            <a:ext cx="2618572" cy="2622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6" name="Google Shape;1296;p50"/>
          <p:cNvPicPr preferRelativeResize="0"/>
          <p:nvPr/>
        </p:nvPicPr>
        <p:blipFill rotWithShape="1">
          <a:blip r:embed="rId4">
            <a:alphaModFix/>
          </a:blip>
          <a:srcRect b="35718" l="31522" r="7695" t="35718"/>
          <a:stretch/>
        </p:blipFill>
        <p:spPr>
          <a:xfrm>
            <a:off x="4905774" y="2116064"/>
            <a:ext cx="2772183" cy="978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7" name="Google Shape;1297;p50"/>
          <p:cNvPicPr preferRelativeResize="0"/>
          <p:nvPr/>
        </p:nvPicPr>
        <p:blipFill rotWithShape="1">
          <a:blip r:embed="rId5">
            <a:alphaModFix/>
          </a:blip>
          <a:srcRect b="39285" l="30327" r="10603" t="32956"/>
          <a:stretch/>
        </p:blipFill>
        <p:spPr>
          <a:xfrm>
            <a:off x="4905778" y="3447797"/>
            <a:ext cx="2772183" cy="978341"/>
          </a:xfrm>
          <a:prstGeom prst="rect">
            <a:avLst/>
          </a:prstGeom>
          <a:noFill/>
          <a:ln>
            <a:noFill/>
          </a:ln>
        </p:spPr>
      </p:pic>
      <p:sp>
        <p:nvSpPr>
          <p:cNvPr id="1298" name="Google Shape;1298;p50"/>
          <p:cNvSpPr txBox="1"/>
          <p:nvPr/>
        </p:nvSpPr>
        <p:spPr>
          <a:xfrm>
            <a:off x="998525" y="1278625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4. Une led s'allume lorsque la pince remonte. 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   Elle change en fonction du résultat obtenu.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3" name="Google Shape;1303;p51"/>
          <p:cNvGrpSpPr/>
          <p:nvPr/>
        </p:nvGrpSpPr>
        <p:grpSpPr>
          <a:xfrm flipH="1">
            <a:off x="8300550" y="-375"/>
            <a:ext cx="238275" cy="1935643"/>
            <a:chOff x="474950" y="-375"/>
            <a:chExt cx="238275" cy="940500"/>
          </a:xfrm>
        </p:grpSpPr>
        <p:cxnSp>
          <p:nvCxnSpPr>
            <p:cNvPr id="1304" name="Google Shape;1304;p51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5" name="Google Shape;1305;p51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06" name="Google Shape;1306;p51"/>
          <p:cNvCxnSpPr/>
          <p:nvPr/>
        </p:nvCxnSpPr>
        <p:spPr>
          <a:xfrm>
            <a:off x="7842050" y="4426175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07" name="Google Shape;1307;p51"/>
          <p:cNvGrpSpPr/>
          <p:nvPr/>
        </p:nvGrpSpPr>
        <p:grpSpPr>
          <a:xfrm>
            <a:off x="7614171" y="3957101"/>
            <a:ext cx="455742" cy="385443"/>
            <a:chOff x="4052875" y="1592600"/>
            <a:chExt cx="737925" cy="624200"/>
          </a:xfrm>
        </p:grpSpPr>
        <p:sp>
          <p:nvSpPr>
            <p:cNvPr id="1308" name="Google Shape;1308;p51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51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1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1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1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1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1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51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1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1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1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1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51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51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1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51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51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5" name="Google Shape;1325;p51"/>
          <p:cNvSpPr/>
          <p:nvPr/>
        </p:nvSpPr>
        <p:spPr>
          <a:xfrm>
            <a:off x="8237625" y="20176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51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sp>
        <p:nvSpPr>
          <p:cNvPr id="1327" name="Google Shape;1327;p51"/>
          <p:cNvSpPr txBox="1"/>
          <p:nvPr/>
        </p:nvSpPr>
        <p:spPr>
          <a:xfrm>
            <a:off x="998525" y="1278625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5. Une musique se joue en fonction du résultat obtenu.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1328" name="Google Shape;1328;p51" title="PXL_20240104_201758068.T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8507" y="1848675"/>
            <a:ext cx="5446930" cy="306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" name="Google Shape;1333;p52"/>
          <p:cNvGrpSpPr/>
          <p:nvPr/>
        </p:nvGrpSpPr>
        <p:grpSpPr>
          <a:xfrm flipH="1">
            <a:off x="8300550" y="-375"/>
            <a:ext cx="238275" cy="1935643"/>
            <a:chOff x="474950" y="-375"/>
            <a:chExt cx="238275" cy="940500"/>
          </a:xfrm>
        </p:grpSpPr>
        <p:cxnSp>
          <p:nvCxnSpPr>
            <p:cNvPr id="1334" name="Google Shape;1334;p52"/>
            <p:cNvCxnSpPr/>
            <p:nvPr/>
          </p:nvCxnSpPr>
          <p:spPr>
            <a:xfrm>
              <a:off x="474950" y="-375"/>
              <a:ext cx="0" cy="9405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35" name="Google Shape;1335;p52"/>
            <p:cNvCxnSpPr/>
            <p:nvPr/>
          </p:nvCxnSpPr>
          <p:spPr>
            <a:xfrm>
              <a:off x="713225" y="-375"/>
              <a:ext cx="0" cy="40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336" name="Google Shape;1336;p52"/>
          <p:cNvCxnSpPr/>
          <p:nvPr/>
        </p:nvCxnSpPr>
        <p:spPr>
          <a:xfrm>
            <a:off x="7842050" y="4426175"/>
            <a:ext cx="0" cy="727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37" name="Google Shape;1337;p52"/>
          <p:cNvGrpSpPr/>
          <p:nvPr/>
        </p:nvGrpSpPr>
        <p:grpSpPr>
          <a:xfrm>
            <a:off x="7614171" y="3957101"/>
            <a:ext cx="455742" cy="385443"/>
            <a:chOff x="4052875" y="1592600"/>
            <a:chExt cx="737925" cy="624200"/>
          </a:xfrm>
        </p:grpSpPr>
        <p:sp>
          <p:nvSpPr>
            <p:cNvPr id="1338" name="Google Shape;1338;p52"/>
            <p:cNvSpPr/>
            <p:nvPr/>
          </p:nvSpPr>
          <p:spPr>
            <a:xfrm>
              <a:off x="4052875" y="1592600"/>
              <a:ext cx="737925" cy="624200"/>
            </a:xfrm>
            <a:custGeom>
              <a:rect b="b" l="l" r="r" t="t"/>
              <a:pathLst>
                <a:path extrusionOk="0" h="24968" w="29517">
                  <a:moveTo>
                    <a:pt x="13621" y="0"/>
                  </a:moveTo>
                  <a:lnTo>
                    <a:pt x="13621" y="2262"/>
                  </a:lnTo>
                  <a:lnTo>
                    <a:pt x="11359" y="2262"/>
                  </a:lnTo>
                  <a:lnTo>
                    <a:pt x="11359" y="4548"/>
                  </a:lnTo>
                  <a:lnTo>
                    <a:pt x="9085" y="4548"/>
                  </a:lnTo>
                  <a:lnTo>
                    <a:pt x="9085" y="6810"/>
                  </a:lnTo>
                  <a:lnTo>
                    <a:pt x="6823" y="6810"/>
                  </a:lnTo>
                  <a:lnTo>
                    <a:pt x="6823" y="9061"/>
                  </a:lnTo>
                  <a:lnTo>
                    <a:pt x="4549" y="9061"/>
                  </a:lnTo>
                  <a:lnTo>
                    <a:pt x="4549" y="11347"/>
                  </a:lnTo>
                  <a:lnTo>
                    <a:pt x="2275" y="11347"/>
                  </a:lnTo>
                  <a:lnTo>
                    <a:pt x="2275" y="13609"/>
                  </a:lnTo>
                  <a:lnTo>
                    <a:pt x="1" y="13609"/>
                  </a:lnTo>
                  <a:lnTo>
                    <a:pt x="1" y="15883"/>
                  </a:lnTo>
                  <a:lnTo>
                    <a:pt x="9085" y="15883"/>
                  </a:lnTo>
                  <a:lnTo>
                    <a:pt x="9085" y="24967"/>
                  </a:lnTo>
                  <a:lnTo>
                    <a:pt x="20432" y="24967"/>
                  </a:lnTo>
                  <a:lnTo>
                    <a:pt x="20432" y="15883"/>
                  </a:lnTo>
                  <a:lnTo>
                    <a:pt x="29516" y="15883"/>
                  </a:lnTo>
                  <a:lnTo>
                    <a:pt x="29516" y="13609"/>
                  </a:lnTo>
                  <a:lnTo>
                    <a:pt x="27242" y="13609"/>
                  </a:lnTo>
                  <a:lnTo>
                    <a:pt x="27242" y="11347"/>
                  </a:lnTo>
                  <a:lnTo>
                    <a:pt x="24980" y="11347"/>
                  </a:lnTo>
                  <a:lnTo>
                    <a:pt x="24980" y="9061"/>
                  </a:lnTo>
                  <a:lnTo>
                    <a:pt x="22706" y="9061"/>
                  </a:lnTo>
                  <a:lnTo>
                    <a:pt x="22706" y="6810"/>
                  </a:lnTo>
                  <a:lnTo>
                    <a:pt x="20432" y="6810"/>
                  </a:lnTo>
                  <a:lnTo>
                    <a:pt x="20432" y="4548"/>
                  </a:lnTo>
                  <a:lnTo>
                    <a:pt x="18158" y="4548"/>
                  </a:lnTo>
                  <a:lnTo>
                    <a:pt x="18158" y="2262"/>
                  </a:lnTo>
                  <a:lnTo>
                    <a:pt x="15895" y="2262"/>
                  </a:lnTo>
                  <a:lnTo>
                    <a:pt x="1589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52"/>
            <p:cNvSpPr/>
            <p:nvPr/>
          </p:nvSpPr>
          <p:spPr>
            <a:xfrm>
              <a:off x="43368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2" y="2262"/>
                  </a:lnTo>
                  <a:lnTo>
                    <a:pt x="22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52"/>
            <p:cNvSpPr/>
            <p:nvPr/>
          </p:nvSpPr>
          <p:spPr>
            <a:xfrm>
              <a:off x="4393700" y="1592875"/>
              <a:ext cx="56575" cy="56600"/>
            </a:xfrm>
            <a:custGeom>
              <a:rect b="b" l="l" r="r" t="t"/>
              <a:pathLst>
                <a:path extrusionOk="0" h="2264" w="2263">
                  <a:moveTo>
                    <a:pt x="0" y="1"/>
                  </a:moveTo>
                  <a:lnTo>
                    <a:pt x="0" y="2263"/>
                  </a:lnTo>
                  <a:lnTo>
                    <a:pt x="2262" y="2263"/>
                  </a:lnTo>
                  <a:lnTo>
                    <a:pt x="22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52"/>
            <p:cNvSpPr/>
            <p:nvPr/>
          </p:nvSpPr>
          <p:spPr>
            <a:xfrm>
              <a:off x="4280275" y="170630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0"/>
                  </a:moveTo>
                  <a:lnTo>
                    <a:pt x="1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52"/>
            <p:cNvSpPr/>
            <p:nvPr/>
          </p:nvSpPr>
          <p:spPr>
            <a:xfrm>
              <a:off x="4223425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52"/>
            <p:cNvSpPr/>
            <p:nvPr/>
          </p:nvSpPr>
          <p:spPr>
            <a:xfrm>
              <a:off x="4166275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52"/>
            <p:cNvSpPr/>
            <p:nvPr/>
          </p:nvSpPr>
          <p:spPr>
            <a:xfrm>
              <a:off x="4109725" y="18762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52"/>
            <p:cNvSpPr/>
            <p:nvPr/>
          </p:nvSpPr>
          <p:spPr>
            <a:xfrm>
              <a:off x="4052875" y="1933100"/>
              <a:ext cx="283700" cy="56575"/>
            </a:xfrm>
            <a:custGeom>
              <a:rect b="b" l="l" r="r" t="t"/>
              <a:pathLst>
                <a:path extrusionOk="0" h="2263" w="11348">
                  <a:moveTo>
                    <a:pt x="1" y="1"/>
                  </a:moveTo>
                  <a:lnTo>
                    <a:pt x="1" y="2263"/>
                  </a:lnTo>
                  <a:lnTo>
                    <a:pt x="11347" y="2263"/>
                  </a:lnTo>
                  <a:lnTo>
                    <a:pt x="1134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52"/>
            <p:cNvSpPr/>
            <p:nvPr/>
          </p:nvSpPr>
          <p:spPr>
            <a:xfrm>
              <a:off x="4279975" y="2160225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0"/>
                  </a:moveTo>
                  <a:lnTo>
                    <a:pt x="1" y="2262"/>
                  </a:lnTo>
                  <a:lnTo>
                    <a:pt x="11336" y="2262"/>
                  </a:lnTo>
                  <a:lnTo>
                    <a:pt x="113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52"/>
            <p:cNvSpPr/>
            <p:nvPr/>
          </p:nvSpPr>
          <p:spPr>
            <a:xfrm>
              <a:off x="4280275" y="1989350"/>
              <a:ext cx="56600" cy="227150"/>
            </a:xfrm>
            <a:custGeom>
              <a:rect b="b" l="l" r="r" t="t"/>
              <a:pathLst>
                <a:path extrusionOk="0" h="9086" w="2264">
                  <a:moveTo>
                    <a:pt x="1" y="1"/>
                  </a:moveTo>
                  <a:lnTo>
                    <a:pt x="1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52"/>
            <p:cNvSpPr/>
            <p:nvPr/>
          </p:nvSpPr>
          <p:spPr>
            <a:xfrm>
              <a:off x="4450250" y="16494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52"/>
            <p:cNvSpPr/>
            <p:nvPr/>
          </p:nvSpPr>
          <p:spPr>
            <a:xfrm>
              <a:off x="4507100" y="17063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0" y="0"/>
                  </a:moveTo>
                  <a:lnTo>
                    <a:pt x="0" y="2262"/>
                  </a:lnTo>
                  <a:lnTo>
                    <a:pt x="2263" y="2262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52"/>
            <p:cNvSpPr/>
            <p:nvPr/>
          </p:nvSpPr>
          <p:spPr>
            <a:xfrm>
              <a:off x="4563650" y="176285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52"/>
            <p:cNvSpPr/>
            <p:nvPr/>
          </p:nvSpPr>
          <p:spPr>
            <a:xfrm>
              <a:off x="4620200" y="1819700"/>
              <a:ext cx="56575" cy="56575"/>
            </a:xfrm>
            <a:custGeom>
              <a:rect b="b" l="l" r="r" t="t"/>
              <a:pathLst>
                <a:path extrusionOk="0" h="2263" w="2263">
                  <a:moveTo>
                    <a:pt x="1" y="0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52"/>
            <p:cNvSpPr/>
            <p:nvPr/>
          </p:nvSpPr>
          <p:spPr>
            <a:xfrm>
              <a:off x="4677050" y="1876250"/>
              <a:ext cx="56600" cy="56575"/>
            </a:xfrm>
            <a:custGeom>
              <a:rect b="b" l="l" r="r" t="t"/>
              <a:pathLst>
                <a:path extrusionOk="0" h="2263" w="2264">
                  <a:moveTo>
                    <a:pt x="1" y="1"/>
                  </a:moveTo>
                  <a:lnTo>
                    <a:pt x="1" y="2263"/>
                  </a:lnTo>
                  <a:lnTo>
                    <a:pt x="2263" y="2263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52"/>
            <p:cNvSpPr/>
            <p:nvPr/>
          </p:nvSpPr>
          <p:spPr>
            <a:xfrm>
              <a:off x="4506800" y="1933100"/>
              <a:ext cx="283400" cy="56575"/>
            </a:xfrm>
            <a:custGeom>
              <a:rect b="b" l="l" r="r" t="t"/>
              <a:pathLst>
                <a:path extrusionOk="0" h="2263" w="11336">
                  <a:moveTo>
                    <a:pt x="1" y="1"/>
                  </a:moveTo>
                  <a:lnTo>
                    <a:pt x="1" y="2263"/>
                  </a:lnTo>
                  <a:lnTo>
                    <a:pt x="11335" y="2263"/>
                  </a:lnTo>
                  <a:lnTo>
                    <a:pt x="11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52"/>
            <p:cNvSpPr/>
            <p:nvPr/>
          </p:nvSpPr>
          <p:spPr>
            <a:xfrm>
              <a:off x="4507100" y="1989650"/>
              <a:ext cx="56575" cy="227150"/>
            </a:xfrm>
            <a:custGeom>
              <a:rect b="b" l="l" r="r" t="t"/>
              <a:pathLst>
                <a:path extrusionOk="0" h="9086" w="2263">
                  <a:moveTo>
                    <a:pt x="0" y="1"/>
                  </a:moveTo>
                  <a:lnTo>
                    <a:pt x="0" y="9085"/>
                  </a:lnTo>
                  <a:lnTo>
                    <a:pt x="2263" y="9085"/>
                  </a:lnTo>
                  <a:lnTo>
                    <a:pt x="22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55" name="Google Shape;1355;p52"/>
          <p:cNvSpPr/>
          <p:nvPr/>
        </p:nvSpPr>
        <p:spPr>
          <a:xfrm>
            <a:off x="8237625" y="2017699"/>
            <a:ext cx="609257" cy="554057"/>
          </a:xfrm>
          <a:custGeom>
            <a:rect b="b" l="l" r="r" t="t"/>
            <a:pathLst>
              <a:path extrusionOk="0" h="42538" w="46767">
                <a:moveTo>
                  <a:pt x="8494" y="1"/>
                </a:moveTo>
                <a:lnTo>
                  <a:pt x="8494" y="4247"/>
                </a:lnTo>
                <a:lnTo>
                  <a:pt x="4230" y="4247"/>
                </a:lnTo>
                <a:lnTo>
                  <a:pt x="4230" y="8512"/>
                </a:lnTo>
                <a:lnTo>
                  <a:pt x="1" y="8512"/>
                </a:lnTo>
                <a:lnTo>
                  <a:pt x="1" y="12758"/>
                </a:lnTo>
                <a:lnTo>
                  <a:pt x="1" y="17022"/>
                </a:lnTo>
                <a:lnTo>
                  <a:pt x="1" y="21269"/>
                </a:lnTo>
                <a:lnTo>
                  <a:pt x="4230" y="21269"/>
                </a:lnTo>
                <a:lnTo>
                  <a:pt x="4230" y="25516"/>
                </a:lnTo>
                <a:lnTo>
                  <a:pt x="8494" y="25516"/>
                </a:lnTo>
                <a:lnTo>
                  <a:pt x="8494" y="29780"/>
                </a:lnTo>
                <a:lnTo>
                  <a:pt x="12758" y="29780"/>
                </a:lnTo>
                <a:lnTo>
                  <a:pt x="12758" y="34027"/>
                </a:lnTo>
                <a:lnTo>
                  <a:pt x="16987" y="34027"/>
                </a:lnTo>
                <a:lnTo>
                  <a:pt x="16987" y="38273"/>
                </a:lnTo>
                <a:lnTo>
                  <a:pt x="21252" y="38273"/>
                </a:lnTo>
                <a:lnTo>
                  <a:pt x="21252" y="42537"/>
                </a:lnTo>
                <a:lnTo>
                  <a:pt x="25516" y="42537"/>
                </a:lnTo>
                <a:lnTo>
                  <a:pt x="25516" y="38273"/>
                </a:lnTo>
                <a:lnTo>
                  <a:pt x="29745" y="38273"/>
                </a:lnTo>
                <a:lnTo>
                  <a:pt x="29745" y="34027"/>
                </a:lnTo>
                <a:lnTo>
                  <a:pt x="34009" y="34027"/>
                </a:lnTo>
                <a:lnTo>
                  <a:pt x="34009" y="29780"/>
                </a:lnTo>
                <a:lnTo>
                  <a:pt x="38273" y="29780"/>
                </a:lnTo>
                <a:lnTo>
                  <a:pt x="38273" y="25516"/>
                </a:lnTo>
                <a:lnTo>
                  <a:pt x="42520" y="25516"/>
                </a:lnTo>
                <a:lnTo>
                  <a:pt x="42520" y="21269"/>
                </a:lnTo>
                <a:lnTo>
                  <a:pt x="46767" y="21269"/>
                </a:lnTo>
                <a:lnTo>
                  <a:pt x="46767" y="17022"/>
                </a:lnTo>
                <a:lnTo>
                  <a:pt x="46767" y="12758"/>
                </a:lnTo>
                <a:lnTo>
                  <a:pt x="46767" y="8512"/>
                </a:lnTo>
                <a:lnTo>
                  <a:pt x="42520" y="8512"/>
                </a:lnTo>
                <a:lnTo>
                  <a:pt x="42520" y="4247"/>
                </a:lnTo>
                <a:lnTo>
                  <a:pt x="38273" y="4247"/>
                </a:lnTo>
                <a:lnTo>
                  <a:pt x="38273" y="1"/>
                </a:lnTo>
                <a:lnTo>
                  <a:pt x="29745" y="1"/>
                </a:lnTo>
                <a:lnTo>
                  <a:pt x="29745" y="4247"/>
                </a:lnTo>
                <a:lnTo>
                  <a:pt x="25516" y="4247"/>
                </a:lnTo>
                <a:lnTo>
                  <a:pt x="25516" y="8512"/>
                </a:lnTo>
                <a:lnTo>
                  <a:pt x="21252" y="8512"/>
                </a:lnTo>
                <a:lnTo>
                  <a:pt x="21252" y="4247"/>
                </a:lnTo>
                <a:lnTo>
                  <a:pt x="16987" y="4247"/>
                </a:lnTo>
                <a:lnTo>
                  <a:pt x="169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52"/>
          <p:cNvSpPr txBox="1"/>
          <p:nvPr>
            <p:ph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Réalisations </a:t>
            </a:r>
            <a:endParaRPr/>
          </a:p>
        </p:txBody>
      </p:sp>
      <p:sp>
        <p:nvSpPr>
          <p:cNvPr id="1357" name="Google Shape;1357;p52"/>
          <p:cNvSpPr txBox="1"/>
          <p:nvPr/>
        </p:nvSpPr>
        <p:spPr>
          <a:xfrm>
            <a:off x="998525" y="1202038"/>
            <a:ext cx="7526100" cy="4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6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. </a:t>
            </a:r>
            <a:r>
              <a:rPr lang="en" sz="17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Calcule et affiche le score de l'utilisateur en fonction du nombre de peluches attrapées.</a:t>
            </a:r>
            <a:endParaRPr sz="1700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1358" name="Google Shape;1358;p52"/>
          <p:cNvPicPr preferRelativeResize="0"/>
          <p:nvPr/>
        </p:nvPicPr>
        <p:blipFill rotWithShape="1">
          <a:blip r:embed="rId3">
            <a:alphaModFix/>
          </a:blip>
          <a:srcRect b="20558" l="4653" r="0" t="18674"/>
          <a:stretch/>
        </p:blipFill>
        <p:spPr>
          <a:xfrm>
            <a:off x="1429601" y="1806850"/>
            <a:ext cx="6663951" cy="318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53"/>
          <p:cNvSpPr/>
          <p:nvPr/>
        </p:nvSpPr>
        <p:spPr>
          <a:xfrm>
            <a:off x="4700225" y="1762700"/>
            <a:ext cx="3730500" cy="2658300"/>
          </a:xfrm>
          <a:prstGeom prst="roundRect">
            <a:avLst>
              <a:gd fmla="val 0" name="adj"/>
            </a:avLst>
          </a:prstGeom>
          <a:solidFill>
            <a:srgbClr val="BD6DFF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580000" dist="28575">
              <a:schemeClr val="accent5">
                <a:alpha val="1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4" name="Google Shape;1364;p53"/>
          <p:cNvGrpSpPr/>
          <p:nvPr/>
        </p:nvGrpSpPr>
        <p:grpSpPr>
          <a:xfrm>
            <a:off x="4961723" y="3995486"/>
            <a:ext cx="3206806" cy="311434"/>
            <a:chOff x="4841943" y="3886997"/>
            <a:chExt cx="3311448" cy="326519"/>
          </a:xfrm>
        </p:grpSpPr>
        <p:grpSp>
          <p:nvGrpSpPr>
            <p:cNvPr id="1365" name="Google Shape;1365;p53"/>
            <p:cNvGrpSpPr/>
            <p:nvPr/>
          </p:nvGrpSpPr>
          <p:grpSpPr>
            <a:xfrm>
              <a:off x="4841949" y="3886997"/>
              <a:ext cx="3311442" cy="95507"/>
              <a:chOff x="5238562" y="4064338"/>
              <a:chExt cx="2868043" cy="82719"/>
            </a:xfrm>
          </p:grpSpPr>
          <p:sp>
            <p:nvSpPr>
              <p:cNvPr id="1366" name="Google Shape;1366;p53"/>
              <p:cNvSpPr/>
              <p:nvPr/>
            </p:nvSpPr>
            <p:spPr>
              <a:xfrm>
                <a:off x="5238825" y="4091082"/>
                <a:ext cx="2867780" cy="29230"/>
              </a:xfrm>
              <a:custGeom>
                <a:rect b="b" l="l" r="r" t="t"/>
                <a:pathLst>
                  <a:path extrusionOk="0" h="1150" w="214976">
                    <a:moveTo>
                      <a:pt x="0" y="1"/>
                    </a:moveTo>
                    <a:lnTo>
                      <a:pt x="0" y="1149"/>
                    </a:lnTo>
                    <a:lnTo>
                      <a:pt x="214975" y="1149"/>
                    </a:lnTo>
                    <a:lnTo>
                      <a:pt x="2149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53"/>
              <p:cNvSpPr/>
              <p:nvPr/>
            </p:nvSpPr>
            <p:spPr>
              <a:xfrm>
                <a:off x="5238562" y="4091092"/>
                <a:ext cx="1052366" cy="29216"/>
              </a:xfrm>
              <a:custGeom>
                <a:rect b="b" l="l" r="r" t="t"/>
                <a:pathLst>
                  <a:path extrusionOk="0" h="1150" w="109110">
                    <a:moveTo>
                      <a:pt x="0" y="1"/>
                    </a:moveTo>
                    <a:lnTo>
                      <a:pt x="0" y="1149"/>
                    </a:lnTo>
                    <a:lnTo>
                      <a:pt x="109109" y="1149"/>
                    </a:lnTo>
                    <a:lnTo>
                      <a:pt x="10910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53"/>
              <p:cNvSpPr/>
              <p:nvPr/>
            </p:nvSpPr>
            <p:spPr>
              <a:xfrm>
                <a:off x="6244244" y="4064338"/>
                <a:ext cx="82693" cy="82719"/>
              </a:xfrm>
              <a:custGeom>
                <a:rect b="b" l="l" r="r" t="t"/>
                <a:pathLst>
                  <a:path extrusionOk="0" h="3256" w="3255">
                    <a:moveTo>
                      <a:pt x="1625" y="1"/>
                    </a:moveTo>
                    <a:cubicBezTo>
                      <a:pt x="728" y="1"/>
                      <a:pt x="1" y="729"/>
                      <a:pt x="1" y="1626"/>
                    </a:cubicBezTo>
                    <a:cubicBezTo>
                      <a:pt x="1" y="2527"/>
                      <a:pt x="728" y="3255"/>
                      <a:pt x="1625" y="3255"/>
                    </a:cubicBezTo>
                    <a:cubicBezTo>
                      <a:pt x="2527" y="3255"/>
                      <a:pt x="3254" y="2527"/>
                      <a:pt x="3254" y="1626"/>
                    </a:cubicBezTo>
                    <a:cubicBezTo>
                      <a:pt x="3254" y="729"/>
                      <a:pt x="2527" y="1"/>
                      <a:pt x="16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9" name="Google Shape;1369;p53"/>
            <p:cNvGrpSpPr/>
            <p:nvPr/>
          </p:nvGrpSpPr>
          <p:grpSpPr>
            <a:xfrm>
              <a:off x="4841943" y="4088524"/>
              <a:ext cx="1580463" cy="119299"/>
              <a:chOff x="950116" y="4374618"/>
              <a:chExt cx="1885769" cy="142345"/>
            </a:xfrm>
          </p:grpSpPr>
          <p:sp>
            <p:nvSpPr>
              <p:cNvPr id="1370" name="Google Shape;1370;p53"/>
              <p:cNvSpPr/>
              <p:nvPr/>
            </p:nvSpPr>
            <p:spPr>
              <a:xfrm>
                <a:off x="950116" y="4382213"/>
                <a:ext cx="127190" cy="127190"/>
              </a:xfrm>
              <a:custGeom>
                <a:rect b="b" l="l" r="r" t="t"/>
                <a:pathLst>
                  <a:path extrusionOk="0" h="3634" w="3634">
                    <a:moveTo>
                      <a:pt x="1" y="1"/>
                    </a:moveTo>
                    <a:lnTo>
                      <a:pt x="1" y="3633"/>
                    </a:lnTo>
                    <a:lnTo>
                      <a:pt x="3634" y="18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53"/>
              <p:cNvSpPr/>
              <p:nvPr/>
            </p:nvSpPr>
            <p:spPr>
              <a:xfrm>
                <a:off x="1239222" y="4399819"/>
                <a:ext cx="91980" cy="91945"/>
              </a:xfrm>
              <a:custGeom>
                <a:rect b="b" l="l" r="r" t="t"/>
                <a:pathLst>
                  <a:path extrusionOk="0" h="2627" w="2628">
                    <a:moveTo>
                      <a:pt x="1" y="0"/>
                    </a:moveTo>
                    <a:lnTo>
                      <a:pt x="1" y="2627"/>
                    </a:lnTo>
                    <a:lnTo>
                      <a:pt x="2628" y="131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53"/>
              <p:cNvSpPr/>
              <p:nvPr/>
            </p:nvSpPr>
            <p:spPr>
              <a:xfrm>
                <a:off x="1335509" y="4399819"/>
                <a:ext cx="11830" cy="91945"/>
              </a:xfrm>
              <a:custGeom>
                <a:rect b="b" l="l" r="r" t="t"/>
                <a:pathLst>
                  <a:path extrusionOk="0" h="2627" w="338">
                    <a:moveTo>
                      <a:pt x="0" y="0"/>
                    </a:moveTo>
                    <a:lnTo>
                      <a:pt x="0" y="2627"/>
                    </a:lnTo>
                    <a:lnTo>
                      <a:pt x="337" y="2627"/>
                    </a:lnTo>
                    <a:lnTo>
                      <a:pt x="33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53"/>
              <p:cNvSpPr/>
              <p:nvPr/>
            </p:nvSpPr>
            <p:spPr>
              <a:xfrm>
                <a:off x="1509218" y="4374618"/>
                <a:ext cx="96355" cy="142345"/>
              </a:xfrm>
              <a:custGeom>
                <a:rect b="b" l="l" r="r" t="t"/>
                <a:pathLst>
                  <a:path extrusionOk="0" h="4067" w="2753">
                    <a:moveTo>
                      <a:pt x="2752" y="1"/>
                    </a:moveTo>
                    <a:lnTo>
                      <a:pt x="1" y="2032"/>
                    </a:lnTo>
                    <a:lnTo>
                      <a:pt x="2752" y="4066"/>
                    </a:lnTo>
                    <a:lnTo>
                      <a:pt x="27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53"/>
              <p:cNvSpPr/>
              <p:nvPr/>
            </p:nvSpPr>
            <p:spPr>
              <a:xfrm>
                <a:off x="1509218" y="4410494"/>
                <a:ext cx="48545" cy="70455"/>
              </a:xfrm>
              <a:custGeom>
                <a:rect b="b" l="l" r="r" t="t"/>
                <a:pathLst>
                  <a:path extrusionOk="0" h="2013" w="1387">
                    <a:moveTo>
                      <a:pt x="1" y="1"/>
                    </a:moveTo>
                    <a:lnTo>
                      <a:pt x="1" y="2013"/>
                    </a:lnTo>
                    <a:lnTo>
                      <a:pt x="1386" y="2013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53"/>
              <p:cNvSpPr/>
              <p:nvPr/>
            </p:nvSpPr>
            <p:spPr>
              <a:xfrm>
                <a:off x="1619855" y="4378013"/>
                <a:ext cx="54880" cy="135450"/>
              </a:xfrm>
              <a:custGeom>
                <a:rect b="b" l="l" r="r" t="t"/>
                <a:pathLst>
                  <a:path extrusionOk="0" h="3870" w="1568">
                    <a:moveTo>
                      <a:pt x="1" y="0"/>
                    </a:moveTo>
                    <a:lnTo>
                      <a:pt x="1" y="426"/>
                    </a:lnTo>
                    <a:cubicBezTo>
                      <a:pt x="666" y="604"/>
                      <a:pt x="1161" y="1212"/>
                      <a:pt x="1161" y="1935"/>
                    </a:cubicBezTo>
                    <a:cubicBezTo>
                      <a:pt x="1161" y="2658"/>
                      <a:pt x="666" y="3266"/>
                      <a:pt x="1" y="3448"/>
                    </a:cubicBezTo>
                    <a:lnTo>
                      <a:pt x="1" y="3869"/>
                    </a:lnTo>
                    <a:cubicBezTo>
                      <a:pt x="895" y="3680"/>
                      <a:pt x="1568" y="2887"/>
                      <a:pt x="1568" y="1935"/>
                    </a:cubicBezTo>
                    <a:cubicBezTo>
                      <a:pt x="1568" y="983"/>
                      <a:pt x="895" y="190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53"/>
              <p:cNvSpPr/>
              <p:nvPr/>
            </p:nvSpPr>
            <p:spPr>
              <a:xfrm>
                <a:off x="1619855" y="4411859"/>
                <a:ext cx="27545" cy="67725"/>
              </a:xfrm>
              <a:custGeom>
                <a:rect b="b" l="l" r="r" t="t"/>
                <a:pathLst>
                  <a:path extrusionOk="0" h="1935" w="787">
                    <a:moveTo>
                      <a:pt x="1" y="1"/>
                    </a:moveTo>
                    <a:lnTo>
                      <a:pt x="1" y="1935"/>
                    </a:lnTo>
                    <a:cubicBezTo>
                      <a:pt x="450" y="1842"/>
                      <a:pt x="786" y="1444"/>
                      <a:pt x="786" y="968"/>
                    </a:cubicBezTo>
                    <a:cubicBezTo>
                      <a:pt x="786" y="492"/>
                      <a:pt x="450" y="97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53"/>
              <p:cNvSpPr/>
              <p:nvPr/>
            </p:nvSpPr>
            <p:spPr>
              <a:xfrm>
                <a:off x="1708302" y="4429849"/>
                <a:ext cx="397845" cy="31745"/>
              </a:xfrm>
              <a:custGeom>
                <a:rect b="b" l="l" r="r" t="t"/>
                <a:pathLst>
                  <a:path extrusionOk="0" h="907" w="11367">
                    <a:moveTo>
                      <a:pt x="0" y="1"/>
                    </a:moveTo>
                    <a:lnTo>
                      <a:pt x="0" y="906"/>
                    </a:lnTo>
                    <a:lnTo>
                      <a:pt x="11367" y="906"/>
                    </a:lnTo>
                    <a:lnTo>
                      <a:pt x="1136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53"/>
              <p:cNvSpPr/>
              <p:nvPr/>
            </p:nvSpPr>
            <p:spPr>
              <a:xfrm>
                <a:off x="2061320" y="4400904"/>
                <a:ext cx="89670" cy="89670"/>
              </a:xfrm>
              <a:custGeom>
                <a:rect b="b" l="l" r="r" t="t"/>
                <a:pathLst>
                  <a:path extrusionOk="0" h="2562" w="2562">
                    <a:moveTo>
                      <a:pt x="1281" y="1"/>
                    </a:moveTo>
                    <a:cubicBezTo>
                      <a:pt x="573" y="1"/>
                      <a:pt x="1" y="576"/>
                      <a:pt x="1" y="1281"/>
                    </a:cubicBezTo>
                    <a:cubicBezTo>
                      <a:pt x="1" y="1989"/>
                      <a:pt x="573" y="2562"/>
                      <a:pt x="1281" y="2562"/>
                    </a:cubicBezTo>
                    <a:cubicBezTo>
                      <a:pt x="1989" y="2562"/>
                      <a:pt x="2561" y="1989"/>
                      <a:pt x="2561" y="1281"/>
                    </a:cubicBezTo>
                    <a:cubicBezTo>
                      <a:pt x="2561" y="576"/>
                      <a:pt x="1989" y="1"/>
                      <a:pt x="128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53"/>
              <p:cNvSpPr/>
              <p:nvPr/>
            </p:nvSpPr>
            <p:spPr>
              <a:xfrm>
                <a:off x="2317245" y="4405769"/>
                <a:ext cx="54740" cy="83300"/>
              </a:xfrm>
              <a:custGeom>
                <a:rect b="b" l="l" r="r" t="t"/>
                <a:pathLst>
                  <a:path extrusionOk="0" h="2380" w="1564">
                    <a:moveTo>
                      <a:pt x="786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82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6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53"/>
              <p:cNvSpPr/>
              <p:nvPr/>
            </p:nvSpPr>
            <p:spPr>
              <a:xfrm>
                <a:off x="2382767" y="4429849"/>
                <a:ext cx="14840" cy="59220"/>
              </a:xfrm>
              <a:custGeom>
                <a:rect b="b" l="l" r="r" t="t"/>
                <a:pathLst>
                  <a:path extrusionOk="0" h="1692" w="424">
                    <a:moveTo>
                      <a:pt x="214" y="1"/>
                    </a:moveTo>
                    <a:cubicBezTo>
                      <a:pt x="90" y="1"/>
                      <a:pt x="1" y="94"/>
                      <a:pt x="1" y="222"/>
                    </a:cubicBezTo>
                    <a:cubicBezTo>
                      <a:pt x="1" y="345"/>
                      <a:pt x="86" y="442"/>
                      <a:pt x="209" y="442"/>
                    </a:cubicBezTo>
                    <a:cubicBezTo>
                      <a:pt x="341" y="442"/>
                      <a:pt x="423" y="345"/>
                      <a:pt x="423" y="222"/>
                    </a:cubicBezTo>
                    <a:cubicBezTo>
                      <a:pt x="418" y="94"/>
                      <a:pt x="338" y="1"/>
                      <a:pt x="214" y="1"/>
                    </a:cubicBezTo>
                    <a:close/>
                    <a:moveTo>
                      <a:pt x="214" y="1251"/>
                    </a:moveTo>
                    <a:cubicBezTo>
                      <a:pt x="90" y="1251"/>
                      <a:pt x="1" y="1340"/>
                      <a:pt x="1" y="1472"/>
                    </a:cubicBezTo>
                    <a:cubicBezTo>
                      <a:pt x="1" y="1595"/>
                      <a:pt x="86" y="1692"/>
                      <a:pt x="209" y="1692"/>
                    </a:cubicBezTo>
                    <a:cubicBezTo>
                      <a:pt x="341" y="1692"/>
                      <a:pt x="423" y="1595"/>
                      <a:pt x="423" y="1472"/>
                    </a:cubicBezTo>
                    <a:cubicBezTo>
                      <a:pt x="418" y="1340"/>
                      <a:pt x="338" y="1251"/>
                      <a:pt x="214" y="1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53"/>
              <p:cNvSpPr/>
              <p:nvPr/>
            </p:nvSpPr>
            <p:spPr>
              <a:xfrm>
                <a:off x="2407127" y="4407134"/>
                <a:ext cx="50155" cy="81935"/>
              </a:xfrm>
              <a:custGeom>
                <a:rect b="b" l="l" r="r" t="t"/>
                <a:pathLst>
                  <a:path extrusionOk="0" h="2341" w="1433">
                    <a:moveTo>
                      <a:pt x="288" y="0"/>
                    </a:moveTo>
                    <a:lnTo>
                      <a:pt x="136" y="1107"/>
                    </a:lnTo>
                    <a:cubicBezTo>
                      <a:pt x="222" y="1095"/>
                      <a:pt x="326" y="1080"/>
                      <a:pt x="458" y="1080"/>
                    </a:cubicBezTo>
                    <a:cubicBezTo>
                      <a:pt x="915" y="1080"/>
                      <a:pt x="1115" y="1293"/>
                      <a:pt x="1120" y="1591"/>
                    </a:cubicBezTo>
                    <a:cubicBezTo>
                      <a:pt x="1120" y="1900"/>
                      <a:pt x="868" y="2089"/>
                      <a:pt x="574" y="2089"/>
                    </a:cubicBezTo>
                    <a:cubicBezTo>
                      <a:pt x="365" y="2089"/>
                      <a:pt x="175" y="2020"/>
                      <a:pt x="83" y="1962"/>
                    </a:cubicBezTo>
                    <a:lnTo>
                      <a:pt x="1" y="2198"/>
                    </a:lnTo>
                    <a:cubicBezTo>
                      <a:pt x="113" y="2271"/>
                      <a:pt x="326" y="2341"/>
                      <a:pt x="578" y="2341"/>
                    </a:cubicBezTo>
                    <a:cubicBezTo>
                      <a:pt x="1077" y="2341"/>
                      <a:pt x="1433" y="2005"/>
                      <a:pt x="1433" y="1555"/>
                    </a:cubicBezTo>
                    <a:cubicBezTo>
                      <a:pt x="1433" y="1266"/>
                      <a:pt x="1286" y="1068"/>
                      <a:pt x="1104" y="964"/>
                    </a:cubicBezTo>
                    <a:cubicBezTo>
                      <a:pt x="961" y="878"/>
                      <a:pt x="786" y="839"/>
                      <a:pt x="609" y="839"/>
                    </a:cubicBezTo>
                    <a:cubicBezTo>
                      <a:pt x="524" y="839"/>
                      <a:pt x="474" y="848"/>
                      <a:pt x="419" y="855"/>
                    </a:cubicBezTo>
                    <a:lnTo>
                      <a:pt x="508" y="264"/>
                    </a:lnTo>
                    <a:lnTo>
                      <a:pt x="1386" y="264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53"/>
              <p:cNvSpPr/>
              <p:nvPr/>
            </p:nvSpPr>
            <p:spPr>
              <a:xfrm>
                <a:off x="2469988" y="4405769"/>
                <a:ext cx="54740" cy="83300"/>
              </a:xfrm>
              <a:custGeom>
                <a:rect b="b" l="l" r="r" t="t"/>
                <a:pathLst>
                  <a:path extrusionOk="0" h="2380" w="1564">
                    <a:moveTo>
                      <a:pt x="782" y="241"/>
                    </a:moveTo>
                    <a:cubicBezTo>
                      <a:pt x="1107" y="241"/>
                      <a:pt x="1250" y="616"/>
                      <a:pt x="1250" y="1180"/>
                    </a:cubicBezTo>
                    <a:cubicBezTo>
                      <a:pt x="1250" y="1769"/>
                      <a:pt x="1099" y="2140"/>
                      <a:pt x="778" y="2140"/>
                    </a:cubicBezTo>
                    <a:cubicBezTo>
                      <a:pt x="496" y="2140"/>
                      <a:pt x="314" y="1799"/>
                      <a:pt x="314" y="1200"/>
                    </a:cubicBezTo>
                    <a:cubicBezTo>
                      <a:pt x="314" y="573"/>
                      <a:pt x="511" y="241"/>
                      <a:pt x="782" y="241"/>
                    </a:cubicBezTo>
                    <a:close/>
                    <a:moveTo>
                      <a:pt x="801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4" y="2380"/>
                      <a:pt x="763" y="2380"/>
                    </a:cubicBezTo>
                    <a:cubicBezTo>
                      <a:pt x="1274" y="2380"/>
                      <a:pt x="1563" y="1946"/>
                      <a:pt x="1563" y="1165"/>
                    </a:cubicBezTo>
                    <a:cubicBezTo>
                      <a:pt x="1563" y="434"/>
                      <a:pt x="1285" y="1"/>
                      <a:pt x="8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53"/>
              <p:cNvSpPr/>
              <p:nvPr/>
            </p:nvSpPr>
            <p:spPr>
              <a:xfrm>
                <a:off x="2555180" y="4402794"/>
                <a:ext cx="43085" cy="89950"/>
              </a:xfrm>
              <a:custGeom>
                <a:rect b="b" l="l" r="r" t="t"/>
                <a:pathLst>
                  <a:path extrusionOk="0" h="2570" w="1231">
                    <a:moveTo>
                      <a:pt x="990" y="1"/>
                    </a:moveTo>
                    <a:lnTo>
                      <a:pt x="0" y="2570"/>
                    </a:lnTo>
                    <a:lnTo>
                      <a:pt x="240" y="2570"/>
                    </a:lnTo>
                    <a:lnTo>
                      <a:pt x="123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53"/>
              <p:cNvSpPr/>
              <p:nvPr/>
            </p:nvSpPr>
            <p:spPr>
              <a:xfrm>
                <a:off x="2629627" y="4405769"/>
                <a:ext cx="51520" cy="81935"/>
              </a:xfrm>
              <a:custGeom>
                <a:rect b="b" l="l" r="r" t="t"/>
                <a:pathLst>
                  <a:path extrusionOk="0" h="2341" w="1472">
                    <a:moveTo>
                      <a:pt x="709" y="1"/>
                    </a:moveTo>
                    <a:cubicBezTo>
                      <a:pt x="445" y="1"/>
                      <a:pt x="218" y="101"/>
                      <a:pt x="59" y="237"/>
                    </a:cubicBezTo>
                    <a:lnTo>
                      <a:pt x="156" y="453"/>
                    </a:lnTo>
                    <a:cubicBezTo>
                      <a:pt x="264" y="364"/>
                      <a:pt x="438" y="260"/>
                      <a:pt x="647" y="260"/>
                    </a:cubicBezTo>
                    <a:cubicBezTo>
                      <a:pt x="988" y="260"/>
                      <a:pt x="1104" y="476"/>
                      <a:pt x="1104" y="708"/>
                    </a:cubicBezTo>
                    <a:cubicBezTo>
                      <a:pt x="1100" y="1057"/>
                      <a:pt x="833" y="1355"/>
                      <a:pt x="245" y="1912"/>
                    </a:cubicBezTo>
                    <a:lnTo>
                      <a:pt x="1" y="2151"/>
                    </a:lnTo>
                    <a:lnTo>
                      <a:pt x="1" y="2341"/>
                    </a:lnTo>
                    <a:lnTo>
                      <a:pt x="1471" y="2341"/>
                    </a:lnTo>
                    <a:lnTo>
                      <a:pt x="1471" y="2082"/>
                    </a:lnTo>
                    <a:lnTo>
                      <a:pt x="438" y="2082"/>
                    </a:lnTo>
                    <a:lnTo>
                      <a:pt x="438" y="2074"/>
                    </a:lnTo>
                    <a:lnTo>
                      <a:pt x="620" y="1904"/>
                    </a:lnTo>
                    <a:cubicBezTo>
                      <a:pt x="1107" y="1440"/>
                      <a:pt x="1413" y="1096"/>
                      <a:pt x="1413" y="669"/>
                    </a:cubicBezTo>
                    <a:cubicBezTo>
                      <a:pt x="1413" y="341"/>
                      <a:pt x="1204" y="1"/>
                      <a:pt x="7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53"/>
              <p:cNvSpPr/>
              <p:nvPr/>
            </p:nvSpPr>
            <p:spPr>
              <a:xfrm>
                <a:off x="2694098" y="4429849"/>
                <a:ext cx="14805" cy="59220"/>
              </a:xfrm>
              <a:custGeom>
                <a:rect b="b" l="l" r="r" t="t"/>
                <a:pathLst>
                  <a:path extrusionOk="0" h="1692" w="423">
                    <a:moveTo>
                      <a:pt x="213" y="1"/>
                    </a:moveTo>
                    <a:cubicBezTo>
                      <a:pt x="89" y="1"/>
                      <a:pt x="1" y="94"/>
                      <a:pt x="1" y="222"/>
                    </a:cubicBezTo>
                    <a:cubicBezTo>
                      <a:pt x="1" y="345"/>
                      <a:pt x="85" y="442"/>
                      <a:pt x="210" y="442"/>
                    </a:cubicBezTo>
                    <a:cubicBezTo>
                      <a:pt x="341" y="442"/>
                      <a:pt x="422" y="345"/>
                      <a:pt x="422" y="222"/>
                    </a:cubicBezTo>
                    <a:cubicBezTo>
                      <a:pt x="419" y="94"/>
                      <a:pt x="337" y="1"/>
                      <a:pt x="213" y="1"/>
                    </a:cubicBezTo>
                    <a:close/>
                    <a:moveTo>
                      <a:pt x="213" y="1251"/>
                    </a:moveTo>
                    <a:cubicBezTo>
                      <a:pt x="89" y="1251"/>
                      <a:pt x="1" y="1340"/>
                      <a:pt x="1" y="1472"/>
                    </a:cubicBezTo>
                    <a:cubicBezTo>
                      <a:pt x="1" y="1595"/>
                      <a:pt x="85" y="1692"/>
                      <a:pt x="210" y="1692"/>
                    </a:cubicBezTo>
                    <a:cubicBezTo>
                      <a:pt x="341" y="1692"/>
                      <a:pt x="422" y="1595"/>
                      <a:pt x="422" y="1472"/>
                    </a:cubicBezTo>
                    <a:cubicBezTo>
                      <a:pt x="419" y="1340"/>
                      <a:pt x="337" y="1251"/>
                      <a:pt x="213" y="125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53"/>
              <p:cNvSpPr/>
              <p:nvPr/>
            </p:nvSpPr>
            <p:spPr>
              <a:xfrm>
                <a:off x="2718494" y="4407134"/>
                <a:ext cx="50085" cy="81935"/>
              </a:xfrm>
              <a:custGeom>
                <a:rect b="b" l="l" r="r" t="t"/>
                <a:pathLst>
                  <a:path extrusionOk="0" h="2341" w="1431">
                    <a:moveTo>
                      <a:pt x="282" y="0"/>
                    </a:moveTo>
                    <a:lnTo>
                      <a:pt x="135" y="1107"/>
                    </a:lnTo>
                    <a:cubicBezTo>
                      <a:pt x="220" y="1095"/>
                      <a:pt x="320" y="1080"/>
                      <a:pt x="452" y="1080"/>
                    </a:cubicBezTo>
                    <a:cubicBezTo>
                      <a:pt x="913" y="1080"/>
                      <a:pt x="1110" y="1293"/>
                      <a:pt x="1114" y="1591"/>
                    </a:cubicBezTo>
                    <a:cubicBezTo>
                      <a:pt x="1114" y="1900"/>
                      <a:pt x="863" y="2089"/>
                      <a:pt x="568" y="2089"/>
                    </a:cubicBezTo>
                    <a:cubicBezTo>
                      <a:pt x="359" y="2089"/>
                      <a:pt x="174" y="2020"/>
                      <a:pt x="77" y="1962"/>
                    </a:cubicBezTo>
                    <a:lnTo>
                      <a:pt x="0" y="2198"/>
                    </a:lnTo>
                    <a:cubicBezTo>
                      <a:pt x="108" y="2271"/>
                      <a:pt x="320" y="2341"/>
                      <a:pt x="572" y="2341"/>
                    </a:cubicBezTo>
                    <a:cubicBezTo>
                      <a:pt x="1072" y="2341"/>
                      <a:pt x="1431" y="2005"/>
                      <a:pt x="1431" y="1555"/>
                    </a:cubicBezTo>
                    <a:cubicBezTo>
                      <a:pt x="1431" y="1266"/>
                      <a:pt x="1281" y="1068"/>
                      <a:pt x="1099" y="964"/>
                    </a:cubicBezTo>
                    <a:cubicBezTo>
                      <a:pt x="959" y="878"/>
                      <a:pt x="781" y="839"/>
                      <a:pt x="604" y="839"/>
                    </a:cubicBezTo>
                    <a:cubicBezTo>
                      <a:pt x="518" y="839"/>
                      <a:pt x="472" y="848"/>
                      <a:pt x="418" y="855"/>
                    </a:cubicBezTo>
                    <a:lnTo>
                      <a:pt x="506" y="264"/>
                    </a:lnTo>
                    <a:lnTo>
                      <a:pt x="1385" y="264"/>
                    </a:lnTo>
                    <a:lnTo>
                      <a:pt x="138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53"/>
              <p:cNvSpPr/>
              <p:nvPr/>
            </p:nvSpPr>
            <p:spPr>
              <a:xfrm>
                <a:off x="2781285" y="4405769"/>
                <a:ext cx="54600" cy="83300"/>
              </a:xfrm>
              <a:custGeom>
                <a:rect b="b" l="l" r="r" t="t"/>
                <a:pathLst>
                  <a:path extrusionOk="0" h="2380" w="1560">
                    <a:moveTo>
                      <a:pt x="783" y="241"/>
                    </a:moveTo>
                    <a:cubicBezTo>
                      <a:pt x="1103" y="241"/>
                      <a:pt x="1251" y="616"/>
                      <a:pt x="1251" y="1180"/>
                    </a:cubicBezTo>
                    <a:cubicBezTo>
                      <a:pt x="1251" y="1769"/>
                      <a:pt x="1096" y="2140"/>
                      <a:pt x="778" y="2140"/>
                    </a:cubicBezTo>
                    <a:cubicBezTo>
                      <a:pt x="496" y="2140"/>
                      <a:pt x="310" y="1799"/>
                      <a:pt x="310" y="1200"/>
                    </a:cubicBezTo>
                    <a:cubicBezTo>
                      <a:pt x="310" y="573"/>
                      <a:pt x="508" y="241"/>
                      <a:pt x="783" y="241"/>
                    </a:cubicBezTo>
                    <a:close/>
                    <a:moveTo>
                      <a:pt x="798" y="1"/>
                    </a:moveTo>
                    <a:cubicBezTo>
                      <a:pt x="333" y="1"/>
                      <a:pt x="1" y="426"/>
                      <a:pt x="1" y="1196"/>
                    </a:cubicBezTo>
                    <a:cubicBezTo>
                      <a:pt x="8" y="1958"/>
                      <a:pt x="310" y="2380"/>
                      <a:pt x="760" y="2380"/>
                    </a:cubicBezTo>
                    <a:cubicBezTo>
                      <a:pt x="1270" y="2380"/>
                      <a:pt x="1560" y="1946"/>
                      <a:pt x="1560" y="1165"/>
                    </a:cubicBezTo>
                    <a:cubicBezTo>
                      <a:pt x="1560" y="434"/>
                      <a:pt x="1285" y="1"/>
                      <a:pt x="79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8" name="Google Shape;1388;p53"/>
            <p:cNvGrpSpPr/>
            <p:nvPr/>
          </p:nvGrpSpPr>
          <p:grpSpPr>
            <a:xfrm>
              <a:off x="6740408" y="4082745"/>
              <a:ext cx="1412936" cy="130770"/>
              <a:chOff x="2935989" y="4367723"/>
              <a:chExt cx="1685879" cy="156032"/>
            </a:xfrm>
          </p:grpSpPr>
          <p:sp>
            <p:nvSpPr>
              <p:cNvPr id="1389" name="Google Shape;1389;p53"/>
              <p:cNvSpPr/>
              <p:nvPr/>
            </p:nvSpPr>
            <p:spPr>
              <a:xfrm>
                <a:off x="2935989" y="4376368"/>
                <a:ext cx="179165" cy="138705"/>
              </a:xfrm>
              <a:custGeom>
                <a:rect b="b" l="l" r="r" t="t"/>
                <a:pathLst>
                  <a:path extrusionOk="0" h="3963" w="5119">
                    <a:moveTo>
                      <a:pt x="1323" y="1761"/>
                    </a:moveTo>
                    <a:lnTo>
                      <a:pt x="1323" y="2202"/>
                    </a:lnTo>
                    <a:lnTo>
                      <a:pt x="495" y="2202"/>
                    </a:lnTo>
                    <a:lnTo>
                      <a:pt x="495" y="1761"/>
                    </a:lnTo>
                    <a:close/>
                    <a:moveTo>
                      <a:pt x="4515" y="1761"/>
                    </a:moveTo>
                    <a:lnTo>
                      <a:pt x="4515" y="2202"/>
                    </a:lnTo>
                    <a:lnTo>
                      <a:pt x="1872" y="2202"/>
                    </a:lnTo>
                    <a:lnTo>
                      <a:pt x="1872" y="1761"/>
                    </a:lnTo>
                    <a:close/>
                    <a:moveTo>
                      <a:pt x="3191" y="2698"/>
                    </a:moveTo>
                    <a:lnTo>
                      <a:pt x="3191" y="3139"/>
                    </a:lnTo>
                    <a:lnTo>
                      <a:pt x="549" y="3139"/>
                    </a:lnTo>
                    <a:lnTo>
                      <a:pt x="549" y="2698"/>
                    </a:lnTo>
                    <a:close/>
                    <a:moveTo>
                      <a:pt x="4569" y="2698"/>
                    </a:moveTo>
                    <a:lnTo>
                      <a:pt x="4569" y="3139"/>
                    </a:lnTo>
                    <a:lnTo>
                      <a:pt x="3745" y="3139"/>
                    </a:lnTo>
                    <a:lnTo>
                      <a:pt x="3745" y="2698"/>
                    </a:lnTo>
                    <a:close/>
                    <a:moveTo>
                      <a:pt x="538" y="1"/>
                    </a:moveTo>
                    <a:cubicBezTo>
                      <a:pt x="240" y="1"/>
                      <a:pt x="0" y="241"/>
                      <a:pt x="0" y="539"/>
                    </a:cubicBezTo>
                    <a:lnTo>
                      <a:pt x="0" y="3429"/>
                    </a:lnTo>
                    <a:cubicBezTo>
                      <a:pt x="0" y="3723"/>
                      <a:pt x="240" y="3963"/>
                      <a:pt x="538" y="3963"/>
                    </a:cubicBezTo>
                    <a:lnTo>
                      <a:pt x="4584" y="3963"/>
                    </a:lnTo>
                    <a:cubicBezTo>
                      <a:pt x="4878" y="3963"/>
                      <a:pt x="5118" y="3723"/>
                      <a:pt x="5118" y="3429"/>
                    </a:cubicBezTo>
                    <a:lnTo>
                      <a:pt x="5118" y="539"/>
                    </a:lnTo>
                    <a:cubicBezTo>
                      <a:pt x="5118" y="241"/>
                      <a:pt x="4878" y="1"/>
                      <a:pt x="458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53"/>
              <p:cNvSpPr/>
              <p:nvPr/>
            </p:nvSpPr>
            <p:spPr>
              <a:xfrm>
                <a:off x="3835089" y="4383858"/>
                <a:ext cx="196525" cy="123760"/>
              </a:xfrm>
              <a:custGeom>
                <a:rect b="b" l="l" r="r" t="t"/>
                <a:pathLst>
                  <a:path extrusionOk="0" h="3536" w="5615">
                    <a:moveTo>
                      <a:pt x="5119" y="495"/>
                    </a:moveTo>
                    <a:lnTo>
                      <a:pt x="5119" y="3041"/>
                    </a:lnTo>
                    <a:lnTo>
                      <a:pt x="496" y="3041"/>
                    </a:lnTo>
                    <a:lnTo>
                      <a:pt x="496" y="495"/>
                    </a:lnTo>
                    <a:close/>
                    <a:moveTo>
                      <a:pt x="248" y="0"/>
                    </a:moveTo>
                    <a:cubicBezTo>
                      <a:pt x="109" y="0"/>
                      <a:pt x="0" y="112"/>
                      <a:pt x="0" y="247"/>
                    </a:cubicBezTo>
                    <a:lnTo>
                      <a:pt x="0" y="3288"/>
                    </a:lnTo>
                    <a:cubicBezTo>
                      <a:pt x="0" y="3424"/>
                      <a:pt x="109" y="3536"/>
                      <a:pt x="248" y="3536"/>
                    </a:cubicBezTo>
                    <a:lnTo>
                      <a:pt x="5367" y="3536"/>
                    </a:lnTo>
                    <a:cubicBezTo>
                      <a:pt x="5502" y="3536"/>
                      <a:pt x="5614" y="3424"/>
                      <a:pt x="5614" y="3288"/>
                    </a:cubicBezTo>
                    <a:lnTo>
                      <a:pt x="5614" y="247"/>
                    </a:lnTo>
                    <a:cubicBezTo>
                      <a:pt x="5614" y="112"/>
                      <a:pt x="5502" y="0"/>
                      <a:pt x="53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53"/>
              <p:cNvSpPr/>
              <p:nvPr/>
            </p:nvSpPr>
            <p:spPr>
              <a:xfrm>
                <a:off x="3239271" y="4379378"/>
                <a:ext cx="129115" cy="132720"/>
              </a:xfrm>
              <a:custGeom>
                <a:rect b="b" l="l" r="r" t="t"/>
                <a:pathLst>
                  <a:path extrusionOk="0" h="3792" w="3689">
                    <a:moveTo>
                      <a:pt x="1847" y="1173"/>
                    </a:moveTo>
                    <a:cubicBezTo>
                      <a:pt x="2245" y="1173"/>
                      <a:pt x="2570" y="1498"/>
                      <a:pt x="2570" y="1896"/>
                    </a:cubicBezTo>
                    <a:cubicBezTo>
                      <a:pt x="2570" y="2298"/>
                      <a:pt x="2245" y="2619"/>
                      <a:pt x="1847" y="2619"/>
                    </a:cubicBezTo>
                    <a:cubicBezTo>
                      <a:pt x="1444" y="2619"/>
                      <a:pt x="1119" y="2298"/>
                      <a:pt x="1119" y="1896"/>
                    </a:cubicBezTo>
                    <a:cubicBezTo>
                      <a:pt x="1119" y="1498"/>
                      <a:pt x="1444" y="1173"/>
                      <a:pt x="1847" y="1173"/>
                    </a:cubicBezTo>
                    <a:close/>
                    <a:moveTo>
                      <a:pt x="1336" y="0"/>
                    </a:moveTo>
                    <a:lnTo>
                      <a:pt x="1258" y="766"/>
                    </a:lnTo>
                    <a:lnTo>
                      <a:pt x="589" y="391"/>
                    </a:lnTo>
                    <a:lnTo>
                      <a:pt x="1" y="1223"/>
                    </a:lnTo>
                    <a:lnTo>
                      <a:pt x="783" y="1896"/>
                    </a:lnTo>
                    <a:lnTo>
                      <a:pt x="1" y="2569"/>
                    </a:lnTo>
                    <a:lnTo>
                      <a:pt x="589" y="3405"/>
                    </a:lnTo>
                    <a:lnTo>
                      <a:pt x="1258" y="3025"/>
                    </a:lnTo>
                    <a:lnTo>
                      <a:pt x="1336" y="3791"/>
                    </a:lnTo>
                    <a:lnTo>
                      <a:pt x="2353" y="3791"/>
                    </a:lnTo>
                    <a:lnTo>
                      <a:pt x="2431" y="3025"/>
                    </a:lnTo>
                    <a:lnTo>
                      <a:pt x="3100" y="3405"/>
                    </a:lnTo>
                    <a:lnTo>
                      <a:pt x="3688" y="2569"/>
                    </a:lnTo>
                    <a:lnTo>
                      <a:pt x="2910" y="1896"/>
                    </a:lnTo>
                    <a:lnTo>
                      <a:pt x="3688" y="1223"/>
                    </a:lnTo>
                    <a:lnTo>
                      <a:pt x="3100" y="391"/>
                    </a:lnTo>
                    <a:lnTo>
                      <a:pt x="2431" y="766"/>
                    </a:lnTo>
                    <a:lnTo>
                      <a:pt x="235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53"/>
              <p:cNvSpPr/>
              <p:nvPr/>
            </p:nvSpPr>
            <p:spPr>
              <a:xfrm>
                <a:off x="3313227" y="4379378"/>
                <a:ext cx="82880" cy="58660"/>
              </a:xfrm>
              <a:custGeom>
                <a:rect b="b" l="l" r="r" t="t"/>
                <a:pathLst>
                  <a:path extrusionOk="0" h="1676" w="2368">
                    <a:moveTo>
                      <a:pt x="0" y="0"/>
                    </a:moveTo>
                    <a:lnTo>
                      <a:pt x="0" y="1675"/>
                    </a:lnTo>
                    <a:lnTo>
                      <a:pt x="2368" y="1675"/>
                    </a:lnTo>
                    <a:lnTo>
                      <a:pt x="236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53"/>
              <p:cNvSpPr/>
              <p:nvPr/>
            </p:nvSpPr>
            <p:spPr>
              <a:xfrm>
                <a:off x="3329468" y="4393588"/>
                <a:ext cx="24535" cy="32935"/>
              </a:xfrm>
              <a:custGeom>
                <a:rect b="b" l="l" r="r" t="t"/>
                <a:pathLst>
                  <a:path extrusionOk="0" h="941" w="701">
                    <a:moveTo>
                      <a:pt x="1" y="1"/>
                    </a:moveTo>
                    <a:lnTo>
                      <a:pt x="1" y="940"/>
                    </a:lnTo>
                    <a:lnTo>
                      <a:pt x="124" y="940"/>
                    </a:lnTo>
                    <a:lnTo>
                      <a:pt x="124" y="499"/>
                    </a:lnTo>
                    <a:lnTo>
                      <a:pt x="577" y="499"/>
                    </a:lnTo>
                    <a:lnTo>
                      <a:pt x="577" y="940"/>
                    </a:lnTo>
                    <a:lnTo>
                      <a:pt x="701" y="940"/>
                    </a:lnTo>
                    <a:lnTo>
                      <a:pt x="701" y="1"/>
                    </a:lnTo>
                    <a:lnTo>
                      <a:pt x="577" y="1"/>
                    </a:lnTo>
                    <a:lnTo>
                      <a:pt x="577" y="395"/>
                    </a:lnTo>
                    <a:lnTo>
                      <a:pt x="124" y="395"/>
                    </a:lnTo>
                    <a:lnTo>
                      <a:pt x="1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53"/>
              <p:cNvSpPr/>
              <p:nvPr/>
            </p:nvSpPr>
            <p:spPr>
              <a:xfrm>
                <a:off x="3361283" y="4393308"/>
                <a:ext cx="26985" cy="33460"/>
              </a:xfrm>
              <a:custGeom>
                <a:rect b="b" l="l" r="r" t="t"/>
                <a:pathLst>
                  <a:path extrusionOk="0" h="956" w="771">
                    <a:moveTo>
                      <a:pt x="264" y="97"/>
                    </a:moveTo>
                    <a:cubicBezTo>
                      <a:pt x="520" y="97"/>
                      <a:pt x="647" y="241"/>
                      <a:pt x="647" y="461"/>
                    </a:cubicBezTo>
                    <a:cubicBezTo>
                      <a:pt x="647" y="713"/>
                      <a:pt x="504" y="859"/>
                      <a:pt x="245" y="859"/>
                    </a:cubicBezTo>
                    <a:cubicBezTo>
                      <a:pt x="198" y="859"/>
                      <a:pt x="152" y="856"/>
                      <a:pt x="120" y="852"/>
                    </a:cubicBezTo>
                    <a:lnTo>
                      <a:pt x="120" y="109"/>
                    </a:lnTo>
                    <a:cubicBezTo>
                      <a:pt x="156" y="105"/>
                      <a:pt x="202" y="97"/>
                      <a:pt x="264" y="97"/>
                    </a:cubicBezTo>
                    <a:close/>
                    <a:moveTo>
                      <a:pt x="260" y="0"/>
                    </a:moveTo>
                    <a:cubicBezTo>
                      <a:pt x="163" y="0"/>
                      <a:pt x="74" y="9"/>
                      <a:pt x="1" y="20"/>
                    </a:cubicBezTo>
                    <a:lnTo>
                      <a:pt x="1" y="945"/>
                    </a:lnTo>
                    <a:cubicBezTo>
                      <a:pt x="63" y="952"/>
                      <a:pt x="136" y="956"/>
                      <a:pt x="222" y="956"/>
                    </a:cubicBezTo>
                    <a:cubicBezTo>
                      <a:pt x="404" y="956"/>
                      <a:pt x="550" y="909"/>
                      <a:pt x="636" y="821"/>
                    </a:cubicBezTo>
                    <a:cubicBezTo>
                      <a:pt x="724" y="736"/>
                      <a:pt x="770" y="608"/>
                      <a:pt x="770" y="457"/>
                    </a:cubicBezTo>
                    <a:cubicBezTo>
                      <a:pt x="770" y="302"/>
                      <a:pt x="724" y="194"/>
                      <a:pt x="639" y="120"/>
                    </a:cubicBezTo>
                    <a:cubicBezTo>
                      <a:pt x="558" y="43"/>
                      <a:pt x="434" y="0"/>
                      <a:pt x="2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53"/>
              <p:cNvSpPr/>
              <p:nvPr/>
            </p:nvSpPr>
            <p:spPr>
              <a:xfrm>
                <a:off x="3520257" y="4370558"/>
                <a:ext cx="190715" cy="150325"/>
              </a:xfrm>
              <a:custGeom>
                <a:rect b="b" l="l" r="r" t="t"/>
                <a:pathLst>
                  <a:path extrusionOk="0" h="4295" w="5449">
                    <a:moveTo>
                      <a:pt x="4747" y="334"/>
                    </a:move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7" y="3966"/>
                    </a:cubicBezTo>
                    <a:lnTo>
                      <a:pt x="701" y="3966"/>
                    </a:lnTo>
                    <a:cubicBezTo>
                      <a:pt x="496" y="3966"/>
                      <a:pt x="330" y="3800"/>
                      <a:pt x="330" y="3595"/>
                    </a:cubicBezTo>
                    <a:lnTo>
                      <a:pt x="330" y="705"/>
                    </a:lnTo>
                    <a:cubicBezTo>
                      <a:pt x="330" y="500"/>
                      <a:pt x="496" y="334"/>
                      <a:pt x="701" y="334"/>
                    </a:cubicBezTo>
                    <a:close/>
                    <a:moveTo>
                      <a:pt x="701" y="0"/>
                    </a:moveTo>
                    <a:cubicBezTo>
                      <a:pt x="314" y="0"/>
                      <a:pt x="1" y="318"/>
                      <a:pt x="1" y="705"/>
                    </a:cubicBezTo>
                    <a:lnTo>
                      <a:pt x="1" y="3595"/>
                    </a:lnTo>
                    <a:cubicBezTo>
                      <a:pt x="1" y="3982"/>
                      <a:pt x="314" y="4295"/>
                      <a:pt x="701" y="4295"/>
                    </a:cubicBezTo>
                    <a:lnTo>
                      <a:pt x="4747" y="4295"/>
                    </a:lnTo>
                    <a:cubicBezTo>
                      <a:pt x="5135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5" y="0"/>
                      <a:pt x="47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53"/>
              <p:cNvSpPr/>
              <p:nvPr/>
            </p:nvSpPr>
            <p:spPr>
              <a:xfrm>
                <a:off x="3623579" y="4446544"/>
                <a:ext cx="59080" cy="45640"/>
              </a:xfrm>
              <a:custGeom>
                <a:rect b="b" l="l" r="r" t="t"/>
                <a:pathLst>
                  <a:path extrusionOk="0" h="1304" w="1688">
                    <a:moveTo>
                      <a:pt x="179" y="0"/>
                    </a:moveTo>
                    <a:cubicBezTo>
                      <a:pt x="82" y="0"/>
                      <a:pt x="1" y="77"/>
                      <a:pt x="1" y="174"/>
                    </a:cubicBezTo>
                    <a:lnTo>
                      <a:pt x="1" y="1129"/>
                    </a:lnTo>
                    <a:cubicBezTo>
                      <a:pt x="1" y="1227"/>
                      <a:pt x="82" y="1304"/>
                      <a:pt x="179" y="1304"/>
                    </a:cubicBezTo>
                    <a:lnTo>
                      <a:pt x="1513" y="1304"/>
                    </a:lnTo>
                    <a:cubicBezTo>
                      <a:pt x="1610" y="1304"/>
                      <a:pt x="1688" y="1227"/>
                      <a:pt x="1688" y="1129"/>
                    </a:cubicBezTo>
                    <a:lnTo>
                      <a:pt x="1688" y="174"/>
                    </a:lnTo>
                    <a:cubicBezTo>
                      <a:pt x="1688" y="77"/>
                      <a:pt x="1610" y="0"/>
                      <a:pt x="151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53"/>
              <p:cNvSpPr/>
              <p:nvPr/>
            </p:nvSpPr>
            <p:spPr>
              <a:xfrm>
                <a:off x="4156710" y="4370558"/>
                <a:ext cx="190680" cy="150325"/>
              </a:xfrm>
              <a:custGeom>
                <a:rect b="b" l="l" r="r" t="t"/>
                <a:pathLst>
                  <a:path extrusionOk="0" h="4295" w="5448">
                    <a:moveTo>
                      <a:pt x="700" y="0"/>
                    </a:moveTo>
                    <a:cubicBezTo>
                      <a:pt x="314" y="0"/>
                      <a:pt x="0" y="318"/>
                      <a:pt x="0" y="705"/>
                    </a:cubicBezTo>
                    <a:lnTo>
                      <a:pt x="329" y="705"/>
                    </a:lnTo>
                    <a:cubicBezTo>
                      <a:pt x="329" y="500"/>
                      <a:pt x="496" y="334"/>
                      <a:pt x="700" y="334"/>
                    </a:cubicBezTo>
                    <a:lnTo>
                      <a:pt x="4748" y="334"/>
                    </a:lnTo>
                    <a:cubicBezTo>
                      <a:pt x="4953" y="334"/>
                      <a:pt x="5119" y="500"/>
                      <a:pt x="5119" y="705"/>
                    </a:cubicBezTo>
                    <a:lnTo>
                      <a:pt x="5119" y="3595"/>
                    </a:lnTo>
                    <a:cubicBezTo>
                      <a:pt x="5119" y="3800"/>
                      <a:pt x="4953" y="3966"/>
                      <a:pt x="4748" y="3966"/>
                    </a:cubicBezTo>
                    <a:lnTo>
                      <a:pt x="3769" y="3966"/>
                    </a:lnTo>
                    <a:lnTo>
                      <a:pt x="3769" y="4295"/>
                    </a:lnTo>
                    <a:lnTo>
                      <a:pt x="4748" y="4295"/>
                    </a:lnTo>
                    <a:cubicBezTo>
                      <a:pt x="5134" y="4295"/>
                      <a:pt x="5448" y="3982"/>
                      <a:pt x="5448" y="3595"/>
                    </a:cubicBezTo>
                    <a:lnTo>
                      <a:pt x="5448" y="705"/>
                    </a:lnTo>
                    <a:cubicBezTo>
                      <a:pt x="5448" y="318"/>
                      <a:pt x="5134" y="0"/>
                      <a:pt x="4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53"/>
              <p:cNvSpPr/>
              <p:nvPr/>
            </p:nvSpPr>
            <p:spPr>
              <a:xfrm>
                <a:off x="4155765" y="4407239"/>
                <a:ext cx="111755" cy="111755"/>
              </a:xfrm>
              <a:custGeom>
                <a:rect b="b" l="l" r="r" t="t"/>
                <a:pathLst>
                  <a:path extrusionOk="0" h="3193" w="3193">
                    <a:moveTo>
                      <a:pt x="0" y="1"/>
                    </a:moveTo>
                    <a:lnTo>
                      <a:pt x="0" y="477"/>
                    </a:lnTo>
                    <a:cubicBezTo>
                      <a:pt x="1498" y="477"/>
                      <a:pt x="2716" y="1695"/>
                      <a:pt x="2716" y="3193"/>
                    </a:cubicBezTo>
                    <a:lnTo>
                      <a:pt x="3192" y="3193"/>
                    </a:lnTo>
                    <a:cubicBezTo>
                      <a:pt x="3192" y="1433"/>
                      <a:pt x="176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53"/>
              <p:cNvSpPr/>
              <p:nvPr/>
            </p:nvSpPr>
            <p:spPr>
              <a:xfrm>
                <a:off x="4155765" y="4445179"/>
                <a:ext cx="73815" cy="73815"/>
              </a:xfrm>
              <a:custGeom>
                <a:rect b="b" l="l" r="r" t="t"/>
                <a:pathLst>
                  <a:path extrusionOk="0" h="2109" w="2109">
                    <a:moveTo>
                      <a:pt x="0" y="0"/>
                    </a:moveTo>
                    <a:lnTo>
                      <a:pt x="0" y="477"/>
                    </a:lnTo>
                    <a:cubicBezTo>
                      <a:pt x="902" y="477"/>
                      <a:pt x="1632" y="1207"/>
                      <a:pt x="1632" y="2109"/>
                    </a:cubicBezTo>
                    <a:lnTo>
                      <a:pt x="2109" y="2109"/>
                    </a:lnTo>
                    <a:cubicBezTo>
                      <a:pt x="2109" y="945"/>
                      <a:pt x="1164" y="0"/>
                      <a:pt x="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53"/>
              <p:cNvSpPr/>
              <p:nvPr/>
            </p:nvSpPr>
            <p:spPr>
              <a:xfrm>
                <a:off x="4155765" y="4487145"/>
                <a:ext cx="31850" cy="31850"/>
              </a:xfrm>
              <a:custGeom>
                <a:rect b="b" l="l" r="r" t="t"/>
                <a:pathLst>
                  <a:path extrusionOk="0" h="910" w="910">
                    <a:moveTo>
                      <a:pt x="0" y="1"/>
                    </a:moveTo>
                    <a:lnTo>
                      <a:pt x="0" y="910"/>
                    </a:lnTo>
                    <a:lnTo>
                      <a:pt x="909" y="910"/>
                    </a:lnTo>
                    <a:cubicBezTo>
                      <a:pt x="909" y="407"/>
                      <a:pt x="503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53"/>
              <p:cNvSpPr/>
              <p:nvPr/>
            </p:nvSpPr>
            <p:spPr>
              <a:xfrm>
                <a:off x="4471542" y="4367723"/>
                <a:ext cx="68530" cy="68530"/>
              </a:xfrm>
              <a:custGeom>
                <a:rect b="b" l="l" r="r" t="t"/>
                <a:pathLst>
                  <a:path extrusionOk="0" h="1958" w="1958">
                    <a:moveTo>
                      <a:pt x="248" y="1"/>
                    </a:moveTo>
                    <a:cubicBezTo>
                      <a:pt x="113" y="1"/>
                      <a:pt x="1" y="113"/>
                      <a:pt x="1" y="248"/>
                    </a:cubicBezTo>
                    <a:lnTo>
                      <a:pt x="1" y="1710"/>
                    </a:lnTo>
                    <a:cubicBezTo>
                      <a:pt x="1" y="1849"/>
                      <a:pt x="113" y="1958"/>
                      <a:pt x="248" y="1958"/>
                    </a:cubicBezTo>
                    <a:cubicBezTo>
                      <a:pt x="383" y="1958"/>
                      <a:pt x="495" y="1849"/>
                      <a:pt x="495" y="1710"/>
                    </a:cubicBezTo>
                    <a:lnTo>
                      <a:pt x="495" y="496"/>
                    </a:lnTo>
                    <a:lnTo>
                      <a:pt x="1710" y="496"/>
                    </a:lnTo>
                    <a:cubicBezTo>
                      <a:pt x="1845" y="496"/>
                      <a:pt x="1958" y="383"/>
                      <a:pt x="1958" y="248"/>
                    </a:cubicBezTo>
                    <a:cubicBezTo>
                      <a:pt x="1958" y="113"/>
                      <a:pt x="1845" y="1"/>
                      <a:pt x="17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53"/>
              <p:cNvSpPr/>
              <p:nvPr/>
            </p:nvSpPr>
            <p:spPr>
              <a:xfrm>
                <a:off x="4553164" y="4367723"/>
                <a:ext cx="68705" cy="68530"/>
              </a:xfrm>
              <a:custGeom>
                <a:rect b="b" l="l" r="r" t="t"/>
                <a:pathLst>
                  <a:path extrusionOk="0" h="1958" w="1963">
                    <a:moveTo>
                      <a:pt x="249" y="1"/>
                    </a:moveTo>
                    <a:cubicBezTo>
                      <a:pt x="113" y="1"/>
                      <a:pt x="1" y="113"/>
                      <a:pt x="1" y="248"/>
                    </a:cubicBezTo>
                    <a:cubicBezTo>
                      <a:pt x="1" y="383"/>
                      <a:pt x="113" y="496"/>
                      <a:pt x="249" y="496"/>
                    </a:cubicBezTo>
                    <a:lnTo>
                      <a:pt x="1467" y="496"/>
                    </a:lnTo>
                    <a:lnTo>
                      <a:pt x="1467" y="1710"/>
                    </a:lnTo>
                    <a:cubicBezTo>
                      <a:pt x="1467" y="1849"/>
                      <a:pt x="1576" y="1958"/>
                      <a:pt x="1715" y="1958"/>
                    </a:cubicBezTo>
                    <a:cubicBezTo>
                      <a:pt x="1851" y="1958"/>
                      <a:pt x="1963" y="1849"/>
                      <a:pt x="1963" y="1710"/>
                    </a:cubicBezTo>
                    <a:lnTo>
                      <a:pt x="1963" y="248"/>
                    </a:lnTo>
                    <a:cubicBezTo>
                      <a:pt x="1963" y="113"/>
                      <a:pt x="1851" y="1"/>
                      <a:pt x="17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53"/>
              <p:cNvSpPr/>
              <p:nvPr/>
            </p:nvSpPr>
            <p:spPr>
              <a:xfrm>
                <a:off x="4553164" y="4455190"/>
                <a:ext cx="68705" cy="68565"/>
              </a:xfrm>
              <a:custGeom>
                <a:rect b="b" l="l" r="r" t="t"/>
                <a:pathLst>
                  <a:path extrusionOk="0" h="1959" w="1963">
                    <a:moveTo>
                      <a:pt x="1715" y="0"/>
                    </a:moveTo>
                    <a:cubicBezTo>
                      <a:pt x="1576" y="0"/>
                      <a:pt x="1467" y="113"/>
                      <a:pt x="1467" y="248"/>
                    </a:cubicBezTo>
                    <a:lnTo>
                      <a:pt x="1467" y="1463"/>
                    </a:lnTo>
                    <a:lnTo>
                      <a:pt x="249" y="1463"/>
                    </a:lnTo>
                    <a:cubicBezTo>
                      <a:pt x="113" y="1463"/>
                      <a:pt x="1" y="1575"/>
                      <a:pt x="1" y="1711"/>
                    </a:cubicBezTo>
                    <a:cubicBezTo>
                      <a:pt x="1" y="1850"/>
                      <a:pt x="113" y="1959"/>
                      <a:pt x="249" y="1959"/>
                    </a:cubicBezTo>
                    <a:lnTo>
                      <a:pt x="1715" y="1959"/>
                    </a:lnTo>
                    <a:cubicBezTo>
                      <a:pt x="1851" y="1959"/>
                      <a:pt x="1963" y="1850"/>
                      <a:pt x="1963" y="1711"/>
                    </a:cubicBezTo>
                    <a:lnTo>
                      <a:pt x="1963" y="248"/>
                    </a:lnTo>
                    <a:cubicBezTo>
                      <a:pt x="1963" y="113"/>
                      <a:pt x="1851" y="0"/>
                      <a:pt x="17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53"/>
              <p:cNvSpPr/>
              <p:nvPr/>
            </p:nvSpPr>
            <p:spPr>
              <a:xfrm>
                <a:off x="4471542" y="4455190"/>
                <a:ext cx="68530" cy="68565"/>
              </a:xfrm>
              <a:custGeom>
                <a:rect b="b" l="l" r="r" t="t"/>
                <a:pathLst>
                  <a:path extrusionOk="0" h="1959" w="1958">
                    <a:moveTo>
                      <a:pt x="248" y="0"/>
                    </a:moveTo>
                    <a:cubicBezTo>
                      <a:pt x="113" y="0"/>
                      <a:pt x="1" y="113"/>
                      <a:pt x="1" y="248"/>
                    </a:cubicBezTo>
                    <a:lnTo>
                      <a:pt x="1" y="1711"/>
                    </a:lnTo>
                    <a:cubicBezTo>
                      <a:pt x="1" y="1850"/>
                      <a:pt x="113" y="1959"/>
                      <a:pt x="248" y="1959"/>
                    </a:cubicBezTo>
                    <a:lnTo>
                      <a:pt x="1710" y="1959"/>
                    </a:lnTo>
                    <a:cubicBezTo>
                      <a:pt x="1845" y="1959"/>
                      <a:pt x="1958" y="1850"/>
                      <a:pt x="1958" y="1711"/>
                    </a:cubicBezTo>
                    <a:cubicBezTo>
                      <a:pt x="1958" y="1575"/>
                      <a:pt x="1845" y="1463"/>
                      <a:pt x="1710" y="1463"/>
                    </a:cubicBezTo>
                    <a:lnTo>
                      <a:pt x="495" y="1463"/>
                    </a:lnTo>
                    <a:lnTo>
                      <a:pt x="495" y="248"/>
                    </a:lnTo>
                    <a:cubicBezTo>
                      <a:pt x="495" y="113"/>
                      <a:pt x="383" y="0"/>
                      <a:pt x="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1405" name="Google Shape;1405;p53"/>
          <p:cNvPicPr preferRelativeResize="0"/>
          <p:nvPr/>
        </p:nvPicPr>
        <p:blipFill rotWithShape="1">
          <a:blip r:embed="rId3">
            <a:alphaModFix/>
          </a:blip>
          <a:srcRect b="0" l="554" r="554" t="0"/>
          <a:stretch/>
        </p:blipFill>
        <p:spPr>
          <a:xfrm>
            <a:off x="4961947" y="2030045"/>
            <a:ext cx="3206525" cy="179632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06" name="Google Shape;1406;p53"/>
          <p:cNvGrpSpPr/>
          <p:nvPr/>
        </p:nvGrpSpPr>
        <p:grpSpPr>
          <a:xfrm>
            <a:off x="6252803" y="2620108"/>
            <a:ext cx="625717" cy="616270"/>
            <a:chOff x="2389708" y="2922863"/>
            <a:chExt cx="300378" cy="300385"/>
          </a:xfrm>
        </p:grpSpPr>
        <p:sp>
          <p:nvSpPr>
            <p:cNvPr id="1407" name="Google Shape;1407;p53"/>
            <p:cNvSpPr/>
            <p:nvPr/>
          </p:nvSpPr>
          <p:spPr>
            <a:xfrm>
              <a:off x="2389708" y="2922863"/>
              <a:ext cx="300378" cy="300385"/>
            </a:xfrm>
            <a:custGeom>
              <a:rect b="b" l="l" r="r" t="t"/>
              <a:pathLst>
                <a:path extrusionOk="0" h="39681" w="39680">
                  <a:moveTo>
                    <a:pt x="19840" y="1"/>
                  </a:moveTo>
                  <a:cubicBezTo>
                    <a:pt x="8884" y="1"/>
                    <a:pt x="1" y="8884"/>
                    <a:pt x="1" y="19840"/>
                  </a:cubicBezTo>
                  <a:cubicBezTo>
                    <a:pt x="1" y="30797"/>
                    <a:pt x="8884" y="39680"/>
                    <a:pt x="19840" y="39680"/>
                  </a:cubicBezTo>
                  <a:cubicBezTo>
                    <a:pt x="30797" y="39680"/>
                    <a:pt x="39680" y="30797"/>
                    <a:pt x="39680" y="19840"/>
                  </a:cubicBezTo>
                  <a:cubicBezTo>
                    <a:pt x="39680" y="8884"/>
                    <a:pt x="30797" y="1"/>
                    <a:pt x="198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53"/>
            <p:cNvSpPr/>
            <p:nvPr/>
          </p:nvSpPr>
          <p:spPr>
            <a:xfrm>
              <a:off x="2488850" y="3005373"/>
              <a:ext cx="135374" cy="135374"/>
            </a:xfrm>
            <a:custGeom>
              <a:rect b="b" l="l" r="r" t="t"/>
              <a:pathLst>
                <a:path extrusionOk="0" h="17883" w="17883">
                  <a:moveTo>
                    <a:pt x="0" y="1"/>
                  </a:moveTo>
                  <a:lnTo>
                    <a:pt x="0" y="17882"/>
                  </a:lnTo>
                  <a:lnTo>
                    <a:pt x="17883" y="894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9" name="Google Shape;1409;p53"/>
          <p:cNvSpPr txBox="1"/>
          <p:nvPr>
            <p:ph idx="4294967295"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Bilan</a:t>
            </a:r>
            <a:endParaRPr/>
          </a:p>
        </p:txBody>
      </p:sp>
      <p:pic>
        <p:nvPicPr>
          <p:cNvPr id="1410" name="Google Shape;141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25" y="1312312"/>
            <a:ext cx="3218025" cy="3218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53"/>
          <p:cNvGrpSpPr/>
          <p:nvPr/>
        </p:nvGrpSpPr>
        <p:grpSpPr>
          <a:xfrm>
            <a:off x="5676100" y="788513"/>
            <a:ext cx="382750" cy="376200"/>
            <a:chOff x="3321775" y="3402225"/>
            <a:chExt cx="382750" cy="376200"/>
          </a:xfrm>
        </p:grpSpPr>
        <p:sp>
          <p:nvSpPr>
            <p:cNvPr id="1412" name="Google Shape;1412;p53"/>
            <p:cNvSpPr/>
            <p:nvPr/>
          </p:nvSpPr>
          <p:spPr>
            <a:xfrm>
              <a:off x="3607700" y="3402225"/>
              <a:ext cx="96375" cy="91600"/>
            </a:xfrm>
            <a:custGeom>
              <a:rect b="b" l="l" r="r" t="t"/>
              <a:pathLst>
                <a:path extrusionOk="0" h="3664" w="3855">
                  <a:moveTo>
                    <a:pt x="2538" y="1"/>
                  </a:moveTo>
                  <a:cubicBezTo>
                    <a:pt x="2054" y="1"/>
                    <a:pt x="1434" y="210"/>
                    <a:pt x="678" y="630"/>
                  </a:cubicBezTo>
                  <a:cubicBezTo>
                    <a:pt x="446" y="755"/>
                    <a:pt x="232" y="880"/>
                    <a:pt x="0" y="1041"/>
                  </a:cubicBezTo>
                  <a:cubicBezTo>
                    <a:pt x="179" y="2397"/>
                    <a:pt x="1267" y="3485"/>
                    <a:pt x="2623" y="3664"/>
                  </a:cubicBezTo>
                  <a:cubicBezTo>
                    <a:pt x="2784" y="3432"/>
                    <a:pt x="2909" y="3217"/>
                    <a:pt x="3034" y="2985"/>
                  </a:cubicBezTo>
                  <a:cubicBezTo>
                    <a:pt x="3747" y="1701"/>
                    <a:pt x="3854" y="809"/>
                    <a:pt x="3355" y="309"/>
                  </a:cubicBezTo>
                  <a:cubicBezTo>
                    <a:pt x="3149" y="103"/>
                    <a:pt x="2877" y="1"/>
                    <a:pt x="25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53"/>
            <p:cNvSpPr/>
            <p:nvPr/>
          </p:nvSpPr>
          <p:spPr>
            <a:xfrm>
              <a:off x="3417675" y="3705000"/>
              <a:ext cx="68275" cy="66275"/>
            </a:xfrm>
            <a:custGeom>
              <a:rect b="b" l="l" r="r" t="t"/>
              <a:pathLst>
                <a:path extrusionOk="0" h="2651" w="2731">
                  <a:moveTo>
                    <a:pt x="2240" y="1"/>
                  </a:moveTo>
                  <a:cubicBezTo>
                    <a:pt x="2128" y="1"/>
                    <a:pt x="2017" y="46"/>
                    <a:pt x="1927" y="135"/>
                  </a:cubicBezTo>
                  <a:lnTo>
                    <a:pt x="161" y="1901"/>
                  </a:lnTo>
                  <a:cubicBezTo>
                    <a:pt x="0" y="2062"/>
                    <a:pt x="0" y="2347"/>
                    <a:pt x="161" y="2508"/>
                  </a:cubicBezTo>
                  <a:cubicBezTo>
                    <a:pt x="250" y="2597"/>
                    <a:pt x="357" y="2651"/>
                    <a:pt x="482" y="2651"/>
                  </a:cubicBezTo>
                  <a:cubicBezTo>
                    <a:pt x="589" y="2651"/>
                    <a:pt x="696" y="2597"/>
                    <a:pt x="785" y="2508"/>
                  </a:cubicBezTo>
                  <a:lnTo>
                    <a:pt x="2552" y="759"/>
                  </a:lnTo>
                  <a:cubicBezTo>
                    <a:pt x="2730" y="581"/>
                    <a:pt x="2730" y="295"/>
                    <a:pt x="2552" y="135"/>
                  </a:cubicBezTo>
                  <a:cubicBezTo>
                    <a:pt x="2463" y="46"/>
                    <a:pt x="2351" y="1"/>
                    <a:pt x="2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53"/>
            <p:cNvSpPr/>
            <p:nvPr/>
          </p:nvSpPr>
          <p:spPr>
            <a:xfrm>
              <a:off x="3329350" y="3616700"/>
              <a:ext cx="68275" cy="66250"/>
            </a:xfrm>
            <a:custGeom>
              <a:rect b="b" l="l" r="r" t="t"/>
              <a:pathLst>
                <a:path extrusionOk="0" h="2650" w="2731">
                  <a:moveTo>
                    <a:pt x="2246" y="0"/>
                  </a:moveTo>
                  <a:cubicBezTo>
                    <a:pt x="2133" y="0"/>
                    <a:pt x="2017" y="45"/>
                    <a:pt x="1928" y="134"/>
                  </a:cubicBezTo>
                  <a:lnTo>
                    <a:pt x="179" y="1900"/>
                  </a:lnTo>
                  <a:cubicBezTo>
                    <a:pt x="1" y="2061"/>
                    <a:pt x="1" y="2346"/>
                    <a:pt x="179" y="2525"/>
                  </a:cubicBezTo>
                  <a:cubicBezTo>
                    <a:pt x="250" y="2614"/>
                    <a:pt x="375" y="2650"/>
                    <a:pt x="482" y="2650"/>
                  </a:cubicBezTo>
                  <a:cubicBezTo>
                    <a:pt x="589" y="2650"/>
                    <a:pt x="714" y="2614"/>
                    <a:pt x="786" y="2525"/>
                  </a:cubicBezTo>
                  <a:lnTo>
                    <a:pt x="2552" y="758"/>
                  </a:lnTo>
                  <a:cubicBezTo>
                    <a:pt x="2730" y="580"/>
                    <a:pt x="2730" y="312"/>
                    <a:pt x="2552" y="134"/>
                  </a:cubicBezTo>
                  <a:cubicBezTo>
                    <a:pt x="2472" y="45"/>
                    <a:pt x="2360" y="0"/>
                    <a:pt x="2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53"/>
            <p:cNvSpPr/>
            <p:nvPr/>
          </p:nvSpPr>
          <p:spPr>
            <a:xfrm>
              <a:off x="3321775" y="3683050"/>
              <a:ext cx="97700" cy="95375"/>
            </a:xfrm>
            <a:custGeom>
              <a:rect b="b" l="l" r="r" t="t"/>
              <a:pathLst>
                <a:path extrusionOk="0" h="3815" w="3908">
                  <a:moveTo>
                    <a:pt x="3428" y="0"/>
                  </a:moveTo>
                  <a:cubicBezTo>
                    <a:pt x="3315" y="0"/>
                    <a:pt x="3203" y="40"/>
                    <a:pt x="3123" y="121"/>
                  </a:cubicBezTo>
                  <a:lnTo>
                    <a:pt x="179" y="3065"/>
                  </a:lnTo>
                  <a:cubicBezTo>
                    <a:pt x="0" y="3243"/>
                    <a:pt x="0" y="3511"/>
                    <a:pt x="179" y="3689"/>
                  </a:cubicBezTo>
                  <a:cubicBezTo>
                    <a:pt x="268" y="3778"/>
                    <a:pt x="375" y="3814"/>
                    <a:pt x="500" y="3814"/>
                  </a:cubicBezTo>
                  <a:cubicBezTo>
                    <a:pt x="607" y="3814"/>
                    <a:pt x="714" y="3778"/>
                    <a:pt x="803" y="3689"/>
                  </a:cubicBezTo>
                  <a:lnTo>
                    <a:pt x="3747" y="745"/>
                  </a:lnTo>
                  <a:cubicBezTo>
                    <a:pt x="3908" y="567"/>
                    <a:pt x="3908" y="299"/>
                    <a:pt x="3747" y="121"/>
                  </a:cubicBezTo>
                  <a:cubicBezTo>
                    <a:pt x="3658" y="40"/>
                    <a:pt x="3542" y="0"/>
                    <a:pt x="34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53"/>
            <p:cNvSpPr/>
            <p:nvPr/>
          </p:nvSpPr>
          <p:spPr>
            <a:xfrm>
              <a:off x="3423475" y="3613800"/>
              <a:ext cx="64250" cy="64250"/>
            </a:xfrm>
            <a:custGeom>
              <a:rect b="b" l="l" r="r" t="t"/>
              <a:pathLst>
                <a:path extrusionOk="0" h="2570" w="2570">
                  <a:moveTo>
                    <a:pt x="589" y="0"/>
                  </a:moveTo>
                  <a:cubicBezTo>
                    <a:pt x="72" y="1035"/>
                    <a:pt x="0" y="2052"/>
                    <a:pt x="0" y="2106"/>
                  </a:cubicBezTo>
                  <a:cubicBezTo>
                    <a:pt x="0" y="2231"/>
                    <a:pt x="36" y="2355"/>
                    <a:pt x="125" y="2445"/>
                  </a:cubicBezTo>
                  <a:cubicBezTo>
                    <a:pt x="214" y="2516"/>
                    <a:pt x="322" y="2570"/>
                    <a:pt x="446" y="2570"/>
                  </a:cubicBezTo>
                  <a:lnTo>
                    <a:pt x="464" y="2570"/>
                  </a:lnTo>
                  <a:cubicBezTo>
                    <a:pt x="518" y="2570"/>
                    <a:pt x="1535" y="2498"/>
                    <a:pt x="2570" y="1981"/>
                  </a:cubicBezTo>
                  <a:lnTo>
                    <a:pt x="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53"/>
            <p:cNvSpPr/>
            <p:nvPr/>
          </p:nvSpPr>
          <p:spPr>
            <a:xfrm>
              <a:off x="3382875" y="3404550"/>
              <a:ext cx="321650" cy="306500"/>
            </a:xfrm>
            <a:custGeom>
              <a:rect b="b" l="l" r="r" t="t"/>
              <a:pathLst>
                <a:path extrusionOk="0" h="12260" w="12866">
                  <a:moveTo>
                    <a:pt x="8300" y="3825"/>
                  </a:moveTo>
                  <a:cubicBezTo>
                    <a:pt x="8413" y="3825"/>
                    <a:pt x="8529" y="3865"/>
                    <a:pt x="8619" y="3945"/>
                  </a:cubicBezTo>
                  <a:cubicBezTo>
                    <a:pt x="8779" y="4124"/>
                    <a:pt x="8779" y="4409"/>
                    <a:pt x="8619" y="4570"/>
                  </a:cubicBezTo>
                  <a:lnTo>
                    <a:pt x="7370" y="5819"/>
                  </a:lnTo>
                  <a:cubicBezTo>
                    <a:pt x="7280" y="5908"/>
                    <a:pt x="7173" y="5944"/>
                    <a:pt x="7049" y="5944"/>
                  </a:cubicBezTo>
                  <a:cubicBezTo>
                    <a:pt x="6941" y="5944"/>
                    <a:pt x="6834" y="5908"/>
                    <a:pt x="6745" y="5819"/>
                  </a:cubicBezTo>
                  <a:cubicBezTo>
                    <a:pt x="6567" y="5658"/>
                    <a:pt x="6567" y="5373"/>
                    <a:pt x="6745" y="5194"/>
                  </a:cubicBezTo>
                  <a:lnTo>
                    <a:pt x="7994" y="3945"/>
                  </a:lnTo>
                  <a:cubicBezTo>
                    <a:pt x="8074" y="3865"/>
                    <a:pt x="8186" y="3825"/>
                    <a:pt x="8300" y="3825"/>
                  </a:cubicBezTo>
                  <a:close/>
                  <a:moveTo>
                    <a:pt x="5580" y="0"/>
                  </a:moveTo>
                  <a:cubicBezTo>
                    <a:pt x="5124" y="0"/>
                    <a:pt x="4619" y="306"/>
                    <a:pt x="4408" y="430"/>
                  </a:cubicBezTo>
                  <a:cubicBezTo>
                    <a:pt x="3783" y="805"/>
                    <a:pt x="3070" y="1394"/>
                    <a:pt x="2374" y="2072"/>
                  </a:cubicBezTo>
                  <a:cubicBezTo>
                    <a:pt x="1678" y="2768"/>
                    <a:pt x="1107" y="3499"/>
                    <a:pt x="732" y="4106"/>
                  </a:cubicBezTo>
                  <a:cubicBezTo>
                    <a:pt x="554" y="4409"/>
                    <a:pt x="1" y="5319"/>
                    <a:pt x="500" y="5819"/>
                  </a:cubicBezTo>
                  <a:cubicBezTo>
                    <a:pt x="638" y="5956"/>
                    <a:pt x="818" y="6023"/>
                    <a:pt x="1036" y="6023"/>
                  </a:cubicBezTo>
                  <a:cubicBezTo>
                    <a:pt x="1214" y="6023"/>
                    <a:pt x="1417" y="5978"/>
                    <a:pt x="1642" y="5890"/>
                  </a:cubicBezTo>
                  <a:cubicBezTo>
                    <a:pt x="1910" y="5783"/>
                    <a:pt x="2213" y="5605"/>
                    <a:pt x="2552" y="5373"/>
                  </a:cubicBezTo>
                  <a:lnTo>
                    <a:pt x="3212" y="6033"/>
                  </a:lnTo>
                  <a:lnTo>
                    <a:pt x="2695" y="7210"/>
                  </a:lnTo>
                  <a:cubicBezTo>
                    <a:pt x="2624" y="7371"/>
                    <a:pt x="2659" y="7567"/>
                    <a:pt x="2784" y="7692"/>
                  </a:cubicBezTo>
                  <a:lnTo>
                    <a:pt x="4872" y="9780"/>
                  </a:lnTo>
                  <a:cubicBezTo>
                    <a:pt x="4954" y="9862"/>
                    <a:pt x="5067" y="9905"/>
                    <a:pt x="5180" y="9905"/>
                  </a:cubicBezTo>
                  <a:cubicBezTo>
                    <a:pt x="5239" y="9905"/>
                    <a:pt x="5298" y="9893"/>
                    <a:pt x="5353" y="9869"/>
                  </a:cubicBezTo>
                  <a:lnTo>
                    <a:pt x="6531" y="9352"/>
                  </a:lnTo>
                  <a:lnTo>
                    <a:pt x="7191" y="10012"/>
                  </a:lnTo>
                  <a:cubicBezTo>
                    <a:pt x="6959" y="10351"/>
                    <a:pt x="6781" y="10654"/>
                    <a:pt x="6674" y="10922"/>
                  </a:cubicBezTo>
                  <a:cubicBezTo>
                    <a:pt x="6478" y="11421"/>
                    <a:pt x="6495" y="11814"/>
                    <a:pt x="6745" y="12064"/>
                  </a:cubicBezTo>
                  <a:cubicBezTo>
                    <a:pt x="6888" y="12206"/>
                    <a:pt x="7084" y="12260"/>
                    <a:pt x="7280" y="12260"/>
                  </a:cubicBezTo>
                  <a:cubicBezTo>
                    <a:pt x="7727" y="12260"/>
                    <a:pt x="8244" y="11957"/>
                    <a:pt x="8458" y="11832"/>
                  </a:cubicBezTo>
                  <a:cubicBezTo>
                    <a:pt x="9065" y="11457"/>
                    <a:pt x="9796" y="10886"/>
                    <a:pt x="10492" y="10190"/>
                  </a:cubicBezTo>
                  <a:cubicBezTo>
                    <a:pt x="11170" y="9494"/>
                    <a:pt x="11759" y="8781"/>
                    <a:pt x="12134" y="8156"/>
                  </a:cubicBezTo>
                  <a:cubicBezTo>
                    <a:pt x="12312" y="7853"/>
                    <a:pt x="12865" y="6943"/>
                    <a:pt x="12348" y="6443"/>
                  </a:cubicBezTo>
                  <a:cubicBezTo>
                    <a:pt x="12199" y="6295"/>
                    <a:pt x="12015" y="6239"/>
                    <a:pt x="11821" y="6239"/>
                  </a:cubicBezTo>
                  <a:cubicBezTo>
                    <a:pt x="11363" y="6239"/>
                    <a:pt x="10853" y="6550"/>
                    <a:pt x="10653" y="6675"/>
                  </a:cubicBezTo>
                  <a:cubicBezTo>
                    <a:pt x="10117" y="6978"/>
                    <a:pt x="9529" y="7460"/>
                    <a:pt x="8922" y="8013"/>
                  </a:cubicBezTo>
                  <a:lnTo>
                    <a:pt x="8280" y="7353"/>
                  </a:lnTo>
                  <a:cubicBezTo>
                    <a:pt x="8601" y="7068"/>
                    <a:pt x="8922" y="6764"/>
                    <a:pt x="9243" y="6443"/>
                  </a:cubicBezTo>
                  <a:cubicBezTo>
                    <a:pt x="9921" y="5765"/>
                    <a:pt x="10546" y="5051"/>
                    <a:pt x="11063" y="4373"/>
                  </a:cubicBezTo>
                  <a:cubicBezTo>
                    <a:pt x="9654" y="4017"/>
                    <a:pt x="8547" y="2910"/>
                    <a:pt x="8190" y="1501"/>
                  </a:cubicBezTo>
                  <a:cubicBezTo>
                    <a:pt x="7512" y="2018"/>
                    <a:pt x="6799" y="2643"/>
                    <a:pt x="6121" y="3321"/>
                  </a:cubicBezTo>
                  <a:cubicBezTo>
                    <a:pt x="5800" y="3642"/>
                    <a:pt x="5496" y="3963"/>
                    <a:pt x="5211" y="4284"/>
                  </a:cubicBezTo>
                  <a:lnTo>
                    <a:pt x="4551" y="3642"/>
                  </a:lnTo>
                  <a:cubicBezTo>
                    <a:pt x="5104" y="3035"/>
                    <a:pt x="5585" y="2446"/>
                    <a:pt x="5889" y="1911"/>
                  </a:cubicBezTo>
                  <a:cubicBezTo>
                    <a:pt x="6067" y="1626"/>
                    <a:pt x="6620" y="716"/>
                    <a:pt x="6121" y="216"/>
                  </a:cubicBezTo>
                  <a:cubicBezTo>
                    <a:pt x="5969" y="59"/>
                    <a:pt x="5779" y="0"/>
                    <a:pt x="55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54"/>
          <p:cNvSpPr txBox="1"/>
          <p:nvPr>
            <p:ph idx="4294967295" type="title"/>
          </p:nvPr>
        </p:nvSpPr>
        <p:spPr>
          <a:xfrm>
            <a:off x="713225" y="4844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Bilan</a:t>
            </a:r>
            <a:endParaRPr/>
          </a:p>
        </p:txBody>
      </p:sp>
      <p:pic>
        <p:nvPicPr>
          <p:cNvPr id="1423" name="Google Shape;142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225" y="1292649"/>
            <a:ext cx="3419075" cy="3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4" name="Google Shape;1424;p54"/>
          <p:cNvGrpSpPr/>
          <p:nvPr/>
        </p:nvGrpSpPr>
        <p:grpSpPr>
          <a:xfrm flipH="1">
            <a:off x="4950979" y="1493758"/>
            <a:ext cx="3012212" cy="3218003"/>
            <a:chOff x="2120380" y="2199068"/>
            <a:chExt cx="936080" cy="1112534"/>
          </a:xfrm>
        </p:grpSpPr>
        <p:sp>
          <p:nvSpPr>
            <p:cNvPr id="1425" name="Google Shape;1425;p54"/>
            <p:cNvSpPr/>
            <p:nvPr/>
          </p:nvSpPr>
          <p:spPr>
            <a:xfrm>
              <a:off x="2120380" y="2199068"/>
              <a:ext cx="936080" cy="1112534"/>
            </a:xfrm>
            <a:custGeom>
              <a:rect b="b" l="l" r="r" t="t"/>
              <a:pathLst>
                <a:path extrusionOk="0" h="32231" w="27119">
                  <a:moveTo>
                    <a:pt x="13484" y="0"/>
                  </a:moveTo>
                  <a:cubicBezTo>
                    <a:pt x="7770" y="0"/>
                    <a:pt x="2657" y="3609"/>
                    <a:pt x="752" y="8998"/>
                  </a:cubicBezTo>
                  <a:cubicBezTo>
                    <a:pt x="527" y="9624"/>
                    <a:pt x="351" y="10251"/>
                    <a:pt x="251" y="10877"/>
                  </a:cubicBezTo>
                  <a:cubicBezTo>
                    <a:pt x="76" y="11729"/>
                    <a:pt x="1" y="12607"/>
                    <a:pt x="1" y="13484"/>
                  </a:cubicBezTo>
                  <a:lnTo>
                    <a:pt x="1" y="31303"/>
                  </a:lnTo>
                  <a:cubicBezTo>
                    <a:pt x="1" y="31805"/>
                    <a:pt x="402" y="32231"/>
                    <a:pt x="928" y="32231"/>
                  </a:cubicBezTo>
                  <a:lnTo>
                    <a:pt x="26041" y="32231"/>
                  </a:lnTo>
                  <a:cubicBezTo>
                    <a:pt x="26567" y="32231"/>
                    <a:pt x="26968" y="31805"/>
                    <a:pt x="26968" y="31303"/>
                  </a:cubicBezTo>
                  <a:lnTo>
                    <a:pt x="26968" y="26993"/>
                  </a:lnTo>
                  <a:cubicBezTo>
                    <a:pt x="26968" y="22406"/>
                    <a:pt x="27118" y="17795"/>
                    <a:pt x="26993" y="13208"/>
                  </a:cubicBezTo>
                  <a:cubicBezTo>
                    <a:pt x="26768" y="5990"/>
                    <a:pt x="20727" y="0"/>
                    <a:pt x="134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rotWithShape="0" algn="bl" dir="3540000" dist="66675">
                <a:schemeClr val="accent5">
                  <a:alpha val="20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54"/>
            <p:cNvSpPr/>
            <p:nvPr/>
          </p:nvSpPr>
          <p:spPr>
            <a:xfrm>
              <a:off x="2155862" y="2231064"/>
              <a:ext cx="867735" cy="1048538"/>
            </a:xfrm>
            <a:custGeom>
              <a:rect b="b" l="l" r="r" t="t"/>
              <a:pathLst>
                <a:path extrusionOk="0" h="30377" w="25139">
                  <a:moveTo>
                    <a:pt x="12557" y="0"/>
                  </a:moveTo>
                  <a:cubicBezTo>
                    <a:pt x="7093" y="0"/>
                    <a:pt x="2431" y="3509"/>
                    <a:pt x="727" y="8396"/>
                  </a:cubicBezTo>
                  <a:cubicBezTo>
                    <a:pt x="526" y="8948"/>
                    <a:pt x="351" y="9549"/>
                    <a:pt x="251" y="10151"/>
                  </a:cubicBezTo>
                  <a:cubicBezTo>
                    <a:pt x="75" y="10928"/>
                    <a:pt x="0" y="11730"/>
                    <a:pt x="0" y="12557"/>
                  </a:cubicBezTo>
                  <a:lnTo>
                    <a:pt x="0" y="30376"/>
                  </a:lnTo>
                  <a:lnTo>
                    <a:pt x="25138" y="30376"/>
                  </a:lnTo>
                  <a:lnTo>
                    <a:pt x="25138" y="12557"/>
                  </a:lnTo>
                  <a:cubicBezTo>
                    <a:pt x="25138" y="11905"/>
                    <a:pt x="25063" y="11254"/>
                    <a:pt x="24963" y="10602"/>
                  </a:cubicBezTo>
                  <a:cubicBezTo>
                    <a:pt x="24963" y="10552"/>
                    <a:pt x="24963" y="10502"/>
                    <a:pt x="24938" y="10452"/>
                  </a:cubicBezTo>
                  <a:cubicBezTo>
                    <a:pt x="24913" y="10276"/>
                    <a:pt x="24887" y="10101"/>
                    <a:pt x="24837" y="9925"/>
                  </a:cubicBezTo>
                  <a:cubicBezTo>
                    <a:pt x="24837" y="9875"/>
                    <a:pt x="24837" y="9825"/>
                    <a:pt x="24812" y="9775"/>
                  </a:cubicBezTo>
                  <a:cubicBezTo>
                    <a:pt x="24787" y="9599"/>
                    <a:pt x="24737" y="9449"/>
                    <a:pt x="24687" y="9274"/>
                  </a:cubicBezTo>
                  <a:cubicBezTo>
                    <a:pt x="24687" y="9223"/>
                    <a:pt x="24662" y="9173"/>
                    <a:pt x="24637" y="9123"/>
                  </a:cubicBezTo>
                  <a:cubicBezTo>
                    <a:pt x="24587" y="8948"/>
                    <a:pt x="24537" y="8797"/>
                    <a:pt x="24486" y="8622"/>
                  </a:cubicBezTo>
                  <a:cubicBezTo>
                    <a:pt x="24486" y="8572"/>
                    <a:pt x="24461" y="8522"/>
                    <a:pt x="24436" y="8472"/>
                  </a:cubicBezTo>
                  <a:cubicBezTo>
                    <a:pt x="24386" y="8321"/>
                    <a:pt x="24336" y="8146"/>
                    <a:pt x="24261" y="7995"/>
                  </a:cubicBezTo>
                  <a:cubicBezTo>
                    <a:pt x="24236" y="7945"/>
                    <a:pt x="24236" y="7895"/>
                    <a:pt x="24211" y="7845"/>
                  </a:cubicBezTo>
                  <a:cubicBezTo>
                    <a:pt x="23559" y="6266"/>
                    <a:pt x="22632" y="4863"/>
                    <a:pt x="21454" y="3685"/>
                  </a:cubicBezTo>
                  <a:cubicBezTo>
                    <a:pt x="21379" y="3609"/>
                    <a:pt x="21303" y="3534"/>
                    <a:pt x="21228" y="3459"/>
                  </a:cubicBezTo>
                  <a:cubicBezTo>
                    <a:pt x="21078" y="3309"/>
                    <a:pt x="20902" y="3183"/>
                    <a:pt x="20752" y="3033"/>
                  </a:cubicBezTo>
                  <a:cubicBezTo>
                    <a:pt x="18547" y="1153"/>
                    <a:pt x="15689" y="0"/>
                    <a:pt x="12557" y="0"/>
                  </a:cubicBezTo>
                  <a:close/>
                </a:path>
              </a:pathLst>
            </a:custGeom>
            <a:solidFill>
              <a:srgbClr val="A5DB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54"/>
            <p:cNvSpPr/>
            <p:nvPr/>
          </p:nvSpPr>
          <p:spPr>
            <a:xfrm>
              <a:off x="2164491" y="2505294"/>
              <a:ext cx="71831" cy="115081"/>
            </a:xfrm>
            <a:custGeom>
              <a:rect b="b" l="l" r="r" t="t"/>
              <a:pathLst>
                <a:path extrusionOk="0" h="3334" w="2081">
                  <a:moveTo>
                    <a:pt x="2081" y="0"/>
                  </a:moveTo>
                  <a:lnTo>
                    <a:pt x="477" y="451"/>
                  </a:lnTo>
                  <a:cubicBezTo>
                    <a:pt x="276" y="1003"/>
                    <a:pt x="101" y="1604"/>
                    <a:pt x="1" y="2206"/>
                  </a:cubicBezTo>
                  <a:lnTo>
                    <a:pt x="928" y="3334"/>
                  </a:lnTo>
                  <a:lnTo>
                    <a:pt x="208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4"/>
            <p:cNvSpPr/>
            <p:nvPr/>
          </p:nvSpPr>
          <p:spPr>
            <a:xfrm>
              <a:off x="2862610" y="2911341"/>
              <a:ext cx="139313" cy="125126"/>
            </a:xfrm>
            <a:custGeom>
              <a:rect b="b" l="l" r="r" t="t"/>
              <a:pathLst>
                <a:path extrusionOk="0" h="3625" w="4036">
                  <a:moveTo>
                    <a:pt x="2503" y="0"/>
                  </a:moveTo>
                  <a:cubicBezTo>
                    <a:pt x="1959" y="0"/>
                    <a:pt x="1413" y="194"/>
                    <a:pt x="978" y="592"/>
                  </a:cubicBezTo>
                  <a:cubicBezTo>
                    <a:pt x="101" y="1369"/>
                    <a:pt x="0" y="2697"/>
                    <a:pt x="677" y="3625"/>
                  </a:cubicBezTo>
                  <a:lnTo>
                    <a:pt x="4036" y="592"/>
                  </a:lnTo>
                  <a:cubicBezTo>
                    <a:pt x="3606" y="201"/>
                    <a:pt x="3056" y="0"/>
                    <a:pt x="25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4"/>
            <p:cNvSpPr/>
            <p:nvPr/>
          </p:nvSpPr>
          <p:spPr>
            <a:xfrm>
              <a:off x="2464676" y="2268203"/>
              <a:ext cx="164407" cy="112562"/>
            </a:xfrm>
            <a:custGeom>
              <a:rect b="b" l="l" r="r" t="t"/>
              <a:pathLst>
                <a:path extrusionOk="0" h="3261" w="4763">
                  <a:moveTo>
                    <a:pt x="3609" y="0"/>
                  </a:moveTo>
                  <a:cubicBezTo>
                    <a:pt x="3593" y="0"/>
                    <a:pt x="3576" y="1"/>
                    <a:pt x="3559" y="2"/>
                  </a:cubicBezTo>
                  <a:cubicBezTo>
                    <a:pt x="3309" y="27"/>
                    <a:pt x="3108" y="152"/>
                    <a:pt x="2933" y="303"/>
                  </a:cubicBezTo>
                  <a:cubicBezTo>
                    <a:pt x="2281" y="904"/>
                    <a:pt x="2081" y="1832"/>
                    <a:pt x="1905" y="2684"/>
                  </a:cubicBezTo>
                  <a:cubicBezTo>
                    <a:pt x="1855" y="2308"/>
                    <a:pt x="1730" y="1957"/>
                    <a:pt x="1554" y="1606"/>
                  </a:cubicBezTo>
                  <a:cubicBezTo>
                    <a:pt x="1454" y="1406"/>
                    <a:pt x="1329" y="1205"/>
                    <a:pt x="1128" y="1155"/>
                  </a:cubicBezTo>
                  <a:cubicBezTo>
                    <a:pt x="1087" y="1143"/>
                    <a:pt x="1046" y="1137"/>
                    <a:pt x="1006" y="1137"/>
                  </a:cubicBezTo>
                  <a:cubicBezTo>
                    <a:pt x="708" y="1137"/>
                    <a:pt x="459" y="1444"/>
                    <a:pt x="326" y="1731"/>
                  </a:cubicBezTo>
                  <a:cubicBezTo>
                    <a:pt x="126" y="2208"/>
                    <a:pt x="26" y="2734"/>
                    <a:pt x="1" y="3260"/>
                  </a:cubicBezTo>
                  <a:lnTo>
                    <a:pt x="4712" y="3260"/>
                  </a:lnTo>
                  <a:cubicBezTo>
                    <a:pt x="4762" y="2659"/>
                    <a:pt x="4737" y="2057"/>
                    <a:pt x="4662" y="1456"/>
                  </a:cubicBezTo>
                  <a:cubicBezTo>
                    <a:pt x="4637" y="1105"/>
                    <a:pt x="4562" y="779"/>
                    <a:pt x="4387" y="478"/>
                  </a:cubicBezTo>
                  <a:cubicBezTo>
                    <a:pt x="4220" y="217"/>
                    <a:pt x="3918" y="0"/>
                    <a:pt x="36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4"/>
            <p:cNvSpPr/>
            <p:nvPr/>
          </p:nvSpPr>
          <p:spPr>
            <a:xfrm>
              <a:off x="2840968" y="2729269"/>
              <a:ext cx="164407" cy="112562"/>
            </a:xfrm>
            <a:custGeom>
              <a:rect b="b" l="l" r="r" t="t"/>
              <a:pathLst>
                <a:path extrusionOk="0" h="3261" w="4763">
                  <a:moveTo>
                    <a:pt x="3610" y="1"/>
                  </a:moveTo>
                  <a:cubicBezTo>
                    <a:pt x="3593" y="1"/>
                    <a:pt x="3576" y="1"/>
                    <a:pt x="3560" y="2"/>
                  </a:cubicBezTo>
                  <a:cubicBezTo>
                    <a:pt x="3309" y="28"/>
                    <a:pt x="3109" y="153"/>
                    <a:pt x="2933" y="303"/>
                  </a:cubicBezTo>
                  <a:cubicBezTo>
                    <a:pt x="2282" y="905"/>
                    <a:pt x="2081" y="1832"/>
                    <a:pt x="1906" y="2684"/>
                  </a:cubicBezTo>
                  <a:cubicBezTo>
                    <a:pt x="1830" y="2308"/>
                    <a:pt x="1730" y="1957"/>
                    <a:pt x="1555" y="1607"/>
                  </a:cubicBezTo>
                  <a:cubicBezTo>
                    <a:pt x="1454" y="1431"/>
                    <a:pt x="1329" y="1206"/>
                    <a:pt x="1129" y="1155"/>
                  </a:cubicBezTo>
                  <a:cubicBezTo>
                    <a:pt x="1087" y="1144"/>
                    <a:pt x="1046" y="1138"/>
                    <a:pt x="1007" y="1138"/>
                  </a:cubicBezTo>
                  <a:cubicBezTo>
                    <a:pt x="709" y="1138"/>
                    <a:pt x="459" y="1447"/>
                    <a:pt x="327" y="1757"/>
                  </a:cubicBezTo>
                  <a:cubicBezTo>
                    <a:pt x="126" y="2233"/>
                    <a:pt x="1" y="2734"/>
                    <a:pt x="1" y="3261"/>
                  </a:cubicBezTo>
                  <a:lnTo>
                    <a:pt x="4713" y="3261"/>
                  </a:lnTo>
                  <a:cubicBezTo>
                    <a:pt x="4763" y="2659"/>
                    <a:pt x="4738" y="2058"/>
                    <a:pt x="4663" y="1456"/>
                  </a:cubicBezTo>
                  <a:cubicBezTo>
                    <a:pt x="4637" y="1105"/>
                    <a:pt x="4562" y="779"/>
                    <a:pt x="4387" y="479"/>
                  </a:cubicBezTo>
                  <a:cubicBezTo>
                    <a:pt x="4220" y="217"/>
                    <a:pt x="3918" y="1"/>
                    <a:pt x="36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4"/>
            <p:cNvSpPr/>
            <p:nvPr/>
          </p:nvSpPr>
          <p:spPr>
            <a:xfrm>
              <a:off x="2943929" y="2591791"/>
              <a:ext cx="73557" cy="32895"/>
            </a:xfrm>
            <a:custGeom>
              <a:rect b="b" l="l" r="r" t="t"/>
              <a:pathLst>
                <a:path extrusionOk="0" h="953" w="2131">
                  <a:moveTo>
                    <a:pt x="2106" y="1"/>
                  </a:moveTo>
                  <a:lnTo>
                    <a:pt x="50" y="803"/>
                  </a:lnTo>
                  <a:cubicBezTo>
                    <a:pt x="25" y="803"/>
                    <a:pt x="25" y="828"/>
                    <a:pt x="0" y="853"/>
                  </a:cubicBezTo>
                  <a:cubicBezTo>
                    <a:pt x="0" y="853"/>
                    <a:pt x="0" y="878"/>
                    <a:pt x="0" y="903"/>
                  </a:cubicBezTo>
                  <a:cubicBezTo>
                    <a:pt x="25" y="928"/>
                    <a:pt x="76" y="953"/>
                    <a:pt x="101" y="953"/>
                  </a:cubicBezTo>
                  <a:lnTo>
                    <a:pt x="2131" y="151"/>
                  </a:lnTo>
                  <a:cubicBezTo>
                    <a:pt x="2131" y="101"/>
                    <a:pt x="2131" y="51"/>
                    <a:pt x="21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4"/>
            <p:cNvSpPr/>
            <p:nvPr/>
          </p:nvSpPr>
          <p:spPr>
            <a:xfrm>
              <a:off x="2935266" y="2568424"/>
              <a:ext cx="77906" cy="34656"/>
            </a:xfrm>
            <a:custGeom>
              <a:rect b="b" l="l" r="r" t="t"/>
              <a:pathLst>
                <a:path extrusionOk="0" h="1004" w="2257">
                  <a:moveTo>
                    <a:pt x="2231" y="1"/>
                  </a:moveTo>
                  <a:lnTo>
                    <a:pt x="51" y="853"/>
                  </a:lnTo>
                  <a:cubicBezTo>
                    <a:pt x="26" y="853"/>
                    <a:pt x="26" y="878"/>
                    <a:pt x="26" y="878"/>
                  </a:cubicBezTo>
                  <a:cubicBezTo>
                    <a:pt x="1" y="903"/>
                    <a:pt x="1" y="928"/>
                    <a:pt x="1" y="953"/>
                  </a:cubicBezTo>
                  <a:cubicBezTo>
                    <a:pt x="26" y="978"/>
                    <a:pt x="76" y="1003"/>
                    <a:pt x="101" y="1003"/>
                  </a:cubicBezTo>
                  <a:lnTo>
                    <a:pt x="2256" y="151"/>
                  </a:lnTo>
                  <a:cubicBezTo>
                    <a:pt x="2256" y="101"/>
                    <a:pt x="2256" y="51"/>
                    <a:pt x="22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4"/>
            <p:cNvSpPr/>
            <p:nvPr/>
          </p:nvSpPr>
          <p:spPr>
            <a:xfrm>
              <a:off x="2926637" y="2545954"/>
              <a:ext cx="81323" cy="35001"/>
            </a:xfrm>
            <a:custGeom>
              <a:rect b="b" l="l" r="r" t="t"/>
              <a:pathLst>
                <a:path extrusionOk="0" h="1014" w="2356">
                  <a:moveTo>
                    <a:pt x="2306" y="0"/>
                  </a:moveTo>
                  <a:lnTo>
                    <a:pt x="75" y="877"/>
                  </a:lnTo>
                  <a:cubicBezTo>
                    <a:pt x="50" y="877"/>
                    <a:pt x="25" y="902"/>
                    <a:pt x="25" y="902"/>
                  </a:cubicBezTo>
                  <a:cubicBezTo>
                    <a:pt x="0" y="928"/>
                    <a:pt x="0" y="953"/>
                    <a:pt x="25" y="978"/>
                  </a:cubicBezTo>
                  <a:cubicBezTo>
                    <a:pt x="25" y="995"/>
                    <a:pt x="50" y="1013"/>
                    <a:pt x="83" y="1013"/>
                  </a:cubicBezTo>
                  <a:cubicBezTo>
                    <a:pt x="96" y="1013"/>
                    <a:pt x="111" y="1010"/>
                    <a:pt x="125" y="1003"/>
                  </a:cubicBezTo>
                  <a:lnTo>
                    <a:pt x="2356" y="151"/>
                  </a:lnTo>
                  <a:cubicBezTo>
                    <a:pt x="2356" y="100"/>
                    <a:pt x="2331" y="50"/>
                    <a:pt x="2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54"/>
            <p:cNvSpPr/>
            <p:nvPr/>
          </p:nvSpPr>
          <p:spPr>
            <a:xfrm>
              <a:off x="2918836" y="2523450"/>
              <a:ext cx="82221" cy="35864"/>
            </a:xfrm>
            <a:custGeom>
              <a:rect b="b" l="l" r="r" t="t"/>
              <a:pathLst>
                <a:path extrusionOk="0" h="1039" w="2382">
                  <a:moveTo>
                    <a:pt x="2331" y="1"/>
                  </a:moveTo>
                  <a:lnTo>
                    <a:pt x="51" y="903"/>
                  </a:lnTo>
                  <a:cubicBezTo>
                    <a:pt x="26" y="903"/>
                    <a:pt x="0" y="928"/>
                    <a:pt x="0" y="928"/>
                  </a:cubicBezTo>
                  <a:cubicBezTo>
                    <a:pt x="0" y="953"/>
                    <a:pt x="0" y="978"/>
                    <a:pt x="0" y="1003"/>
                  </a:cubicBezTo>
                  <a:cubicBezTo>
                    <a:pt x="18" y="1021"/>
                    <a:pt x="36" y="1039"/>
                    <a:pt x="63" y="1039"/>
                  </a:cubicBezTo>
                  <a:cubicBezTo>
                    <a:pt x="74" y="1039"/>
                    <a:pt x="86" y="1035"/>
                    <a:pt x="101" y="1028"/>
                  </a:cubicBezTo>
                  <a:lnTo>
                    <a:pt x="2381" y="151"/>
                  </a:lnTo>
                  <a:cubicBezTo>
                    <a:pt x="2381" y="101"/>
                    <a:pt x="2356" y="51"/>
                    <a:pt x="233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54"/>
            <p:cNvSpPr/>
            <p:nvPr/>
          </p:nvSpPr>
          <p:spPr>
            <a:xfrm>
              <a:off x="2910173" y="2501808"/>
              <a:ext cx="83084" cy="35864"/>
            </a:xfrm>
            <a:custGeom>
              <a:rect b="b" l="l" r="r" t="t"/>
              <a:pathLst>
                <a:path extrusionOk="0" h="1039" w="2407">
                  <a:moveTo>
                    <a:pt x="2357" y="1"/>
                  </a:moveTo>
                  <a:lnTo>
                    <a:pt x="51" y="903"/>
                  </a:lnTo>
                  <a:cubicBezTo>
                    <a:pt x="26" y="903"/>
                    <a:pt x="26" y="903"/>
                    <a:pt x="1" y="928"/>
                  </a:cubicBezTo>
                  <a:cubicBezTo>
                    <a:pt x="1" y="953"/>
                    <a:pt x="1" y="978"/>
                    <a:pt x="1" y="1003"/>
                  </a:cubicBezTo>
                  <a:cubicBezTo>
                    <a:pt x="19" y="1021"/>
                    <a:pt x="49" y="1039"/>
                    <a:pt x="74" y="1039"/>
                  </a:cubicBezTo>
                  <a:cubicBezTo>
                    <a:pt x="84" y="1039"/>
                    <a:pt x="94" y="1036"/>
                    <a:pt x="101" y="1029"/>
                  </a:cubicBezTo>
                  <a:lnTo>
                    <a:pt x="2407" y="151"/>
                  </a:lnTo>
                  <a:cubicBezTo>
                    <a:pt x="2382" y="101"/>
                    <a:pt x="2382" y="51"/>
                    <a:pt x="23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4"/>
            <p:cNvSpPr/>
            <p:nvPr/>
          </p:nvSpPr>
          <p:spPr>
            <a:xfrm>
              <a:off x="2155862" y="3063246"/>
              <a:ext cx="23368" cy="42422"/>
            </a:xfrm>
            <a:custGeom>
              <a:rect b="b" l="l" r="r" t="t"/>
              <a:pathLst>
                <a:path extrusionOk="0" h="1229" w="677">
                  <a:moveTo>
                    <a:pt x="652" y="1"/>
                  </a:moveTo>
                  <a:cubicBezTo>
                    <a:pt x="602" y="1"/>
                    <a:pt x="577" y="1"/>
                    <a:pt x="551" y="26"/>
                  </a:cubicBezTo>
                  <a:lnTo>
                    <a:pt x="0" y="928"/>
                  </a:lnTo>
                  <a:lnTo>
                    <a:pt x="0" y="1229"/>
                  </a:lnTo>
                  <a:lnTo>
                    <a:pt x="677" y="126"/>
                  </a:lnTo>
                  <a:cubicBezTo>
                    <a:pt x="677" y="101"/>
                    <a:pt x="677" y="76"/>
                    <a:pt x="677" y="51"/>
                  </a:cubicBezTo>
                  <a:cubicBezTo>
                    <a:pt x="677" y="51"/>
                    <a:pt x="677" y="26"/>
                    <a:pt x="6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4"/>
            <p:cNvSpPr/>
            <p:nvPr/>
          </p:nvSpPr>
          <p:spPr>
            <a:xfrm>
              <a:off x="2155862" y="3075016"/>
              <a:ext cx="43285" cy="75662"/>
            </a:xfrm>
            <a:custGeom>
              <a:rect b="b" l="l" r="r" t="t"/>
              <a:pathLst>
                <a:path extrusionOk="0" h="2192" w="1254">
                  <a:moveTo>
                    <a:pt x="1190" y="0"/>
                  </a:moveTo>
                  <a:cubicBezTo>
                    <a:pt x="1163" y="0"/>
                    <a:pt x="1146" y="18"/>
                    <a:pt x="1128" y="36"/>
                  </a:cubicBezTo>
                  <a:lnTo>
                    <a:pt x="0" y="1890"/>
                  </a:lnTo>
                  <a:lnTo>
                    <a:pt x="0" y="2191"/>
                  </a:lnTo>
                  <a:lnTo>
                    <a:pt x="1253" y="136"/>
                  </a:lnTo>
                  <a:cubicBezTo>
                    <a:pt x="1253" y="111"/>
                    <a:pt x="1253" y="86"/>
                    <a:pt x="1253" y="61"/>
                  </a:cubicBezTo>
                  <a:cubicBezTo>
                    <a:pt x="1253" y="36"/>
                    <a:pt x="1253" y="36"/>
                    <a:pt x="1228" y="11"/>
                  </a:cubicBezTo>
                  <a:cubicBezTo>
                    <a:pt x="1214" y="3"/>
                    <a:pt x="1201" y="0"/>
                    <a:pt x="11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4"/>
            <p:cNvSpPr/>
            <p:nvPr/>
          </p:nvSpPr>
          <p:spPr>
            <a:xfrm>
              <a:off x="2155862" y="3087131"/>
              <a:ext cx="64030" cy="108523"/>
            </a:xfrm>
            <a:custGeom>
              <a:rect b="b" l="l" r="r" t="t"/>
              <a:pathLst>
                <a:path extrusionOk="0" h="3144" w="1855">
                  <a:moveTo>
                    <a:pt x="1777" y="0"/>
                  </a:moveTo>
                  <a:cubicBezTo>
                    <a:pt x="1752" y="0"/>
                    <a:pt x="1722" y="18"/>
                    <a:pt x="1704" y="36"/>
                  </a:cubicBezTo>
                  <a:lnTo>
                    <a:pt x="0" y="2868"/>
                  </a:lnTo>
                  <a:lnTo>
                    <a:pt x="0" y="3143"/>
                  </a:lnTo>
                  <a:lnTo>
                    <a:pt x="1830" y="111"/>
                  </a:lnTo>
                  <a:cubicBezTo>
                    <a:pt x="1830" y="111"/>
                    <a:pt x="1855" y="86"/>
                    <a:pt x="1830" y="61"/>
                  </a:cubicBezTo>
                  <a:cubicBezTo>
                    <a:pt x="1830" y="36"/>
                    <a:pt x="1830" y="36"/>
                    <a:pt x="1805" y="10"/>
                  </a:cubicBezTo>
                  <a:cubicBezTo>
                    <a:pt x="1797" y="3"/>
                    <a:pt x="1788" y="0"/>
                    <a:pt x="17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4"/>
            <p:cNvSpPr/>
            <p:nvPr/>
          </p:nvSpPr>
          <p:spPr>
            <a:xfrm>
              <a:off x="2155862" y="3099212"/>
              <a:ext cx="83947" cy="142281"/>
            </a:xfrm>
            <a:custGeom>
              <a:rect b="b" l="l" r="r" t="t"/>
              <a:pathLst>
                <a:path extrusionOk="0" h="4122" w="2432">
                  <a:moveTo>
                    <a:pt x="2354" y="1"/>
                  </a:moveTo>
                  <a:cubicBezTo>
                    <a:pt x="2329" y="1"/>
                    <a:pt x="2299" y="19"/>
                    <a:pt x="2281" y="36"/>
                  </a:cubicBezTo>
                  <a:lnTo>
                    <a:pt x="0" y="3821"/>
                  </a:lnTo>
                  <a:lnTo>
                    <a:pt x="0" y="4122"/>
                  </a:lnTo>
                  <a:lnTo>
                    <a:pt x="2406" y="112"/>
                  </a:lnTo>
                  <a:cubicBezTo>
                    <a:pt x="2431" y="112"/>
                    <a:pt x="2431" y="87"/>
                    <a:pt x="2406" y="61"/>
                  </a:cubicBezTo>
                  <a:cubicBezTo>
                    <a:pt x="2406" y="36"/>
                    <a:pt x="2406" y="36"/>
                    <a:pt x="2381" y="11"/>
                  </a:cubicBezTo>
                  <a:cubicBezTo>
                    <a:pt x="2374" y="4"/>
                    <a:pt x="2364" y="1"/>
                    <a:pt x="235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4"/>
            <p:cNvSpPr/>
            <p:nvPr/>
          </p:nvSpPr>
          <p:spPr>
            <a:xfrm>
              <a:off x="2155862" y="3111327"/>
              <a:ext cx="103829" cy="168238"/>
            </a:xfrm>
            <a:custGeom>
              <a:rect b="b" l="l" r="r" t="t"/>
              <a:pathLst>
                <a:path extrusionOk="0" h="4874" w="3008">
                  <a:moveTo>
                    <a:pt x="2930" y="1"/>
                  </a:moveTo>
                  <a:cubicBezTo>
                    <a:pt x="2905" y="1"/>
                    <a:pt x="2875" y="19"/>
                    <a:pt x="2857" y="36"/>
                  </a:cubicBezTo>
                  <a:lnTo>
                    <a:pt x="0" y="4773"/>
                  </a:lnTo>
                  <a:lnTo>
                    <a:pt x="0" y="4873"/>
                  </a:lnTo>
                  <a:lnTo>
                    <a:pt x="125" y="4873"/>
                  </a:lnTo>
                  <a:lnTo>
                    <a:pt x="2983" y="112"/>
                  </a:lnTo>
                  <a:cubicBezTo>
                    <a:pt x="3008" y="86"/>
                    <a:pt x="3008" y="86"/>
                    <a:pt x="2983" y="61"/>
                  </a:cubicBezTo>
                  <a:cubicBezTo>
                    <a:pt x="2983" y="36"/>
                    <a:pt x="2983" y="11"/>
                    <a:pt x="2958" y="11"/>
                  </a:cubicBezTo>
                  <a:cubicBezTo>
                    <a:pt x="2950" y="4"/>
                    <a:pt x="2941" y="1"/>
                    <a:pt x="293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4"/>
            <p:cNvSpPr/>
            <p:nvPr/>
          </p:nvSpPr>
          <p:spPr>
            <a:xfrm>
              <a:off x="2269178" y="2367748"/>
              <a:ext cx="673954" cy="911849"/>
            </a:xfrm>
            <a:custGeom>
              <a:rect b="b" l="l" r="r" t="t"/>
              <a:pathLst>
                <a:path extrusionOk="0" h="26417" w="19525">
                  <a:moveTo>
                    <a:pt x="4512" y="0"/>
                  </a:moveTo>
                  <a:lnTo>
                    <a:pt x="0" y="1429"/>
                  </a:lnTo>
                  <a:lnTo>
                    <a:pt x="0" y="26416"/>
                  </a:lnTo>
                  <a:lnTo>
                    <a:pt x="19524" y="26416"/>
                  </a:lnTo>
                  <a:lnTo>
                    <a:pt x="19524" y="21655"/>
                  </a:lnTo>
                  <a:lnTo>
                    <a:pt x="17695" y="18898"/>
                  </a:lnTo>
                  <a:lnTo>
                    <a:pt x="17645" y="426"/>
                  </a:lnTo>
                  <a:lnTo>
                    <a:pt x="1764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4"/>
            <p:cNvSpPr/>
            <p:nvPr/>
          </p:nvSpPr>
          <p:spPr>
            <a:xfrm>
              <a:off x="2430091" y="2367748"/>
              <a:ext cx="513034" cy="911849"/>
            </a:xfrm>
            <a:custGeom>
              <a:rect b="b" l="l" r="r" t="t"/>
              <a:pathLst>
                <a:path extrusionOk="0" h="26417" w="14863">
                  <a:moveTo>
                    <a:pt x="0" y="0"/>
                  </a:moveTo>
                  <a:lnTo>
                    <a:pt x="0" y="19374"/>
                  </a:lnTo>
                  <a:lnTo>
                    <a:pt x="1103" y="22181"/>
                  </a:lnTo>
                  <a:lnTo>
                    <a:pt x="1103" y="26416"/>
                  </a:lnTo>
                  <a:lnTo>
                    <a:pt x="14862" y="26416"/>
                  </a:lnTo>
                  <a:lnTo>
                    <a:pt x="14862" y="21604"/>
                  </a:lnTo>
                  <a:lnTo>
                    <a:pt x="13058" y="18747"/>
                  </a:lnTo>
                  <a:lnTo>
                    <a:pt x="12983" y="426"/>
                  </a:lnTo>
                  <a:lnTo>
                    <a:pt x="12983" y="0"/>
                  </a:lnTo>
                  <a:close/>
                </a:path>
              </a:pathLst>
            </a:custGeom>
            <a:solidFill>
              <a:srgbClr val="9F06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54"/>
            <p:cNvSpPr/>
            <p:nvPr/>
          </p:nvSpPr>
          <p:spPr>
            <a:xfrm>
              <a:off x="2427468" y="3017409"/>
              <a:ext cx="457702" cy="21642"/>
            </a:xfrm>
            <a:custGeom>
              <a:rect b="b" l="l" r="r" t="t"/>
              <a:pathLst>
                <a:path extrusionOk="0" h="627" w="13260">
                  <a:moveTo>
                    <a:pt x="13184" y="0"/>
                  </a:moveTo>
                  <a:lnTo>
                    <a:pt x="76" y="477"/>
                  </a:lnTo>
                  <a:cubicBezTo>
                    <a:pt x="26" y="477"/>
                    <a:pt x="1" y="527"/>
                    <a:pt x="1" y="552"/>
                  </a:cubicBezTo>
                  <a:cubicBezTo>
                    <a:pt x="1" y="602"/>
                    <a:pt x="26" y="627"/>
                    <a:pt x="76" y="627"/>
                  </a:cubicBezTo>
                  <a:lnTo>
                    <a:pt x="13184" y="151"/>
                  </a:lnTo>
                  <a:cubicBezTo>
                    <a:pt x="13209" y="151"/>
                    <a:pt x="13259" y="101"/>
                    <a:pt x="13259" y="76"/>
                  </a:cubicBezTo>
                  <a:cubicBezTo>
                    <a:pt x="13259" y="25"/>
                    <a:pt x="13209" y="0"/>
                    <a:pt x="13184" y="0"/>
                  </a:cubicBez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54"/>
            <p:cNvSpPr/>
            <p:nvPr/>
          </p:nvSpPr>
          <p:spPr>
            <a:xfrm>
              <a:off x="2465539" y="3113433"/>
              <a:ext cx="480173" cy="22540"/>
            </a:xfrm>
            <a:custGeom>
              <a:rect b="b" l="l" r="r" t="t"/>
              <a:pathLst>
                <a:path extrusionOk="0" h="653" w="13911">
                  <a:moveTo>
                    <a:pt x="13835" y="0"/>
                  </a:moveTo>
                  <a:lnTo>
                    <a:pt x="76" y="502"/>
                  </a:lnTo>
                  <a:cubicBezTo>
                    <a:pt x="51" y="502"/>
                    <a:pt x="1" y="552"/>
                    <a:pt x="26" y="577"/>
                  </a:cubicBezTo>
                  <a:cubicBezTo>
                    <a:pt x="26" y="627"/>
                    <a:pt x="51" y="652"/>
                    <a:pt x="76" y="652"/>
                  </a:cubicBezTo>
                  <a:lnTo>
                    <a:pt x="101" y="652"/>
                  </a:lnTo>
                  <a:lnTo>
                    <a:pt x="13835" y="151"/>
                  </a:lnTo>
                  <a:cubicBezTo>
                    <a:pt x="13885" y="151"/>
                    <a:pt x="13910" y="126"/>
                    <a:pt x="13910" y="76"/>
                  </a:cubicBezTo>
                  <a:cubicBezTo>
                    <a:pt x="13910" y="51"/>
                    <a:pt x="13885" y="25"/>
                    <a:pt x="13835" y="0"/>
                  </a:cubicBez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54"/>
            <p:cNvSpPr/>
            <p:nvPr/>
          </p:nvSpPr>
          <p:spPr>
            <a:xfrm>
              <a:off x="2429194" y="2367748"/>
              <a:ext cx="449038" cy="162681"/>
            </a:xfrm>
            <a:custGeom>
              <a:rect b="b" l="l" r="r" t="t"/>
              <a:pathLst>
                <a:path extrusionOk="0" h="4713" w="13009">
                  <a:moveTo>
                    <a:pt x="26" y="0"/>
                  </a:moveTo>
                  <a:lnTo>
                    <a:pt x="26" y="1855"/>
                  </a:lnTo>
                  <a:lnTo>
                    <a:pt x="1" y="4712"/>
                  </a:lnTo>
                  <a:lnTo>
                    <a:pt x="13009" y="4612"/>
                  </a:lnTo>
                  <a:lnTo>
                    <a:pt x="13009" y="0"/>
                  </a:lnTo>
                  <a:close/>
                </a:path>
              </a:pathLst>
            </a:custGeom>
            <a:solidFill>
              <a:srgbClr val="FE6EB4">
                <a:alpha val="930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4"/>
            <p:cNvSpPr/>
            <p:nvPr/>
          </p:nvSpPr>
          <p:spPr>
            <a:xfrm>
              <a:off x="2492358" y="2396292"/>
              <a:ext cx="341758" cy="98651"/>
            </a:xfrm>
            <a:custGeom>
              <a:rect b="b" l="l" r="r" t="t"/>
              <a:pathLst>
                <a:path extrusionOk="0" h="2858" w="9901">
                  <a:moveTo>
                    <a:pt x="1" y="0"/>
                  </a:moveTo>
                  <a:lnTo>
                    <a:pt x="1" y="1128"/>
                  </a:lnTo>
                  <a:lnTo>
                    <a:pt x="1" y="2857"/>
                  </a:lnTo>
                  <a:lnTo>
                    <a:pt x="9900" y="2807"/>
                  </a:lnTo>
                  <a:lnTo>
                    <a:pt x="99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4"/>
            <p:cNvSpPr/>
            <p:nvPr/>
          </p:nvSpPr>
          <p:spPr>
            <a:xfrm>
              <a:off x="2483694" y="2582265"/>
              <a:ext cx="359948" cy="359914"/>
            </a:xfrm>
            <a:custGeom>
              <a:rect b="b" l="l" r="r" t="t"/>
              <a:pathLst>
                <a:path extrusionOk="0" h="10427" w="10428">
                  <a:moveTo>
                    <a:pt x="1" y="1"/>
                  </a:moveTo>
                  <a:lnTo>
                    <a:pt x="1" y="10427"/>
                  </a:lnTo>
                  <a:cubicBezTo>
                    <a:pt x="76" y="10427"/>
                    <a:pt x="10427" y="10302"/>
                    <a:pt x="10427" y="10302"/>
                  </a:cubicBezTo>
                  <a:lnTo>
                    <a:pt x="1042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4"/>
            <p:cNvSpPr/>
            <p:nvPr/>
          </p:nvSpPr>
          <p:spPr>
            <a:xfrm>
              <a:off x="2501021" y="2696340"/>
              <a:ext cx="110767" cy="26993"/>
            </a:xfrm>
            <a:custGeom>
              <a:rect b="b" l="l" r="r" t="t"/>
              <a:pathLst>
                <a:path extrusionOk="0" h="782" w="3209">
                  <a:moveTo>
                    <a:pt x="1720" y="1"/>
                  </a:moveTo>
                  <a:cubicBezTo>
                    <a:pt x="1627" y="1"/>
                    <a:pt x="1535" y="19"/>
                    <a:pt x="1454" y="54"/>
                  </a:cubicBezTo>
                  <a:cubicBezTo>
                    <a:pt x="1128" y="154"/>
                    <a:pt x="852" y="380"/>
                    <a:pt x="702" y="681"/>
                  </a:cubicBezTo>
                  <a:cubicBezTo>
                    <a:pt x="611" y="620"/>
                    <a:pt x="501" y="587"/>
                    <a:pt x="390" y="587"/>
                  </a:cubicBezTo>
                  <a:cubicBezTo>
                    <a:pt x="318" y="587"/>
                    <a:pt x="245" y="601"/>
                    <a:pt x="176" y="631"/>
                  </a:cubicBezTo>
                  <a:cubicBezTo>
                    <a:pt x="100" y="681"/>
                    <a:pt x="50" y="731"/>
                    <a:pt x="0" y="781"/>
                  </a:cubicBezTo>
                  <a:lnTo>
                    <a:pt x="3208" y="781"/>
                  </a:lnTo>
                  <a:cubicBezTo>
                    <a:pt x="3086" y="641"/>
                    <a:pt x="2891" y="550"/>
                    <a:pt x="2690" y="550"/>
                  </a:cubicBezTo>
                  <a:cubicBezTo>
                    <a:pt x="2603" y="550"/>
                    <a:pt x="2515" y="568"/>
                    <a:pt x="2431" y="606"/>
                  </a:cubicBezTo>
                  <a:cubicBezTo>
                    <a:pt x="2331" y="405"/>
                    <a:pt x="2231" y="205"/>
                    <a:pt x="2030" y="79"/>
                  </a:cubicBezTo>
                  <a:cubicBezTo>
                    <a:pt x="1936" y="26"/>
                    <a:pt x="1828" y="1"/>
                    <a:pt x="17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4"/>
            <p:cNvSpPr/>
            <p:nvPr/>
          </p:nvSpPr>
          <p:spPr>
            <a:xfrm>
              <a:off x="2626452" y="2582265"/>
              <a:ext cx="2623" cy="256983"/>
            </a:xfrm>
            <a:custGeom>
              <a:rect b="b" l="l" r="r" t="t"/>
              <a:pathLst>
                <a:path extrusionOk="0" h="7445" w="76">
                  <a:moveTo>
                    <a:pt x="0" y="1"/>
                  </a:moveTo>
                  <a:lnTo>
                    <a:pt x="0" y="7444"/>
                  </a:lnTo>
                  <a:lnTo>
                    <a:pt x="75" y="7444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4"/>
            <p:cNvSpPr/>
            <p:nvPr/>
          </p:nvSpPr>
          <p:spPr>
            <a:xfrm>
              <a:off x="2667975" y="2582265"/>
              <a:ext cx="2623" cy="256983"/>
            </a:xfrm>
            <a:custGeom>
              <a:rect b="b" l="l" r="r" t="t"/>
              <a:pathLst>
                <a:path extrusionOk="0" h="7445" w="76">
                  <a:moveTo>
                    <a:pt x="0" y="1"/>
                  </a:moveTo>
                  <a:lnTo>
                    <a:pt x="0" y="7444"/>
                  </a:lnTo>
                  <a:lnTo>
                    <a:pt x="75" y="7444"/>
                  </a:lnTo>
                  <a:lnTo>
                    <a:pt x="7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4"/>
            <p:cNvSpPr/>
            <p:nvPr/>
          </p:nvSpPr>
          <p:spPr>
            <a:xfrm>
              <a:off x="2626452" y="2609084"/>
              <a:ext cx="45011" cy="6110"/>
            </a:xfrm>
            <a:custGeom>
              <a:rect b="b" l="l" r="r" t="t"/>
              <a:pathLst>
                <a:path extrusionOk="0" h="177" w="1304">
                  <a:moveTo>
                    <a:pt x="0" y="1"/>
                  </a:moveTo>
                  <a:lnTo>
                    <a:pt x="0" y="76"/>
                  </a:lnTo>
                  <a:lnTo>
                    <a:pt x="1304" y="176"/>
                  </a:lnTo>
                  <a:lnTo>
                    <a:pt x="1304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4"/>
            <p:cNvSpPr/>
            <p:nvPr/>
          </p:nvSpPr>
          <p:spPr>
            <a:xfrm>
              <a:off x="2626452" y="2804583"/>
              <a:ext cx="45011" cy="6110"/>
            </a:xfrm>
            <a:custGeom>
              <a:rect b="b" l="l" r="r" t="t"/>
              <a:pathLst>
                <a:path extrusionOk="0" h="177" w="1304">
                  <a:moveTo>
                    <a:pt x="0" y="1"/>
                  </a:moveTo>
                  <a:lnTo>
                    <a:pt x="0" y="76"/>
                  </a:lnTo>
                  <a:lnTo>
                    <a:pt x="1304" y="176"/>
                  </a:lnTo>
                  <a:lnTo>
                    <a:pt x="1304" y="1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4"/>
            <p:cNvSpPr/>
            <p:nvPr/>
          </p:nvSpPr>
          <p:spPr>
            <a:xfrm>
              <a:off x="2626452" y="2649744"/>
              <a:ext cx="43285" cy="5247"/>
            </a:xfrm>
            <a:custGeom>
              <a:rect b="b" l="l" r="r" t="t"/>
              <a:pathLst>
                <a:path extrusionOk="0" h="152" w="1254">
                  <a:moveTo>
                    <a:pt x="1228" y="1"/>
                  </a:moveTo>
                  <a:lnTo>
                    <a:pt x="0" y="76"/>
                  </a:lnTo>
                  <a:lnTo>
                    <a:pt x="0" y="151"/>
                  </a:lnTo>
                  <a:lnTo>
                    <a:pt x="1253" y="76"/>
                  </a:lnTo>
                  <a:lnTo>
                    <a:pt x="12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4"/>
            <p:cNvSpPr/>
            <p:nvPr/>
          </p:nvSpPr>
          <p:spPr>
            <a:xfrm>
              <a:off x="2626452" y="2763060"/>
              <a:ext cx="43285" cy="5247"/>
            </a:xfrm>
            <a:custGeom>
              <a:rect b="b" l="l" r="r" t="t"/>
              <a:pathLst>
                <a:path extrusionOk="0" h="152" w="1254">
                  <a:moveTo>
                    <a:pt x="1228" y="1"/>
                  </a:moveTo>
                  <a:lnTo>
                    <a:pt x="0" y="76"/>
                  </a:lnTo>
                  <a:lnTo>
                    <a:pt x="0" y="151"/>
                  </a:lnTo>
                  <a:lnTo>
                    <a:pt x="1253" y="76"/>
                  </a:lnTo>
                  <a:lnTo>
                    <a:pt x="12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4"/>
            <p:cNvSpPr/>
            <p:nvPr/>
          </p:nvSpPr>
          <p:spPr>
            <a:xfrm>
              <a:off x="2627315" y="2688678"/>
              <a:ext cx="42422" cy="2623"/>
            </a:xfrm>
            <a:custGeom>
              <a:rect b="b" l="l" r="r" t="t"/>
              <a:pathLst>
                <a:path extrusionOk="0" h="76" w="1229">
                  <a:moveTo>
                    <a:pt x="0" y="1"/>
                  </a:moveTo>
                  <a:lnTo>
                    <a:pt x="0" y="76"/>
                  </a:lnTo>
                  <a:lnTo>
                    <a:pt x="1228" y="76"/>
                  </a:lnTo>
                  <a:lnTo>
                    <a:pt x="12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4"/>
            <p:cNvSpPr/>
            <p:nvPr/>
          </p:nvSpPr>
          <p:spPr>
            <a:xfrm>
              <a:off x="2627315" y="2721537"/>
              <a:ext cx="42422" cy="2658"/>
            </a:xfrm>
            <a:custGeom>
              <a:rect b="b" l="l" r="r" t="t"/>
              <a:pathLst>
                <a:path extrusionOk="0" h="77" w="1229">
                  <a:moveTo>
                    <a:pt x="0" y="1"/>
                  </a:moveTo>
                  <a:lnTo>
                    <a:pt x="0" y="76"/>
                  </a:lnTo>
                  <a:lnTo>
                    <a:pt x="1228" y="76"/>
                  </a:lnTo>
                  <a:lnTo>
                    <a:pt x="122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4"/>
            <p:cNvSpPr/>
            <p:nvPr/>
          </p:nvSpPr>
          <p:spPr>
            <a:xfrm>
              <a:off x="2687856" y="2753672"/>
              <a:ext cx="144525" cy="89884"/>
            </a:xfrm>
            <a:custGeom>
              <a:rect b="b" l="l" r="r" t="t"/>
              <a:pathLst>
                <a:path extrusionOk="0" h="2604" w="4187">
                  <a:moveTo>
                    <a:pt x="3058" y="0"/>
                  </a:moveTo>
                  <a:cubicBezTo>
                    <a:pt x="2813" y="0"/>
                    <a:pt x="2557" y="89"/>
                    <a:pt x="2357" y="223"/>
                  </a:cubicBezTo>
                  <a:cubicBezTo>
                    <a:pt x="1755" y="624"/>
                    <a:pt x="1454" y="1376"/>
                    <a:pt x="1354" y="2077"/>
                  </a:cubicBezTo>
                  <a:cubicBezTo>
                    <a:pt x="1230" y="1882"/>
                    <a:pt x="980" y="1763"/>
                    <a:pt x="738" y="1763"/>
                  </a:cubicBezTo>
                  <a:cubicBezTo>
                    <a:pt x="638" y="1763"/>
                    <a:pt x="540" y="1783"/>
                    <a:pt x="452" y="1827"/>
                  </a:cubicBezTo>
                  <a:cubicBezTo>
                    <a:pt x="176" y="1977"/>
                    <a:pt x="51" y="2278"/>
                    <a:pt x="1" y="2604"/>
                  </a:cubicBezTo>
                  <a:lnTo>
                    <a:pt x="4161" y="2604"/>
                  </a:lnTo>
                  <a:cubicBezTo>
                    <a:pt x="4186" y="2178"/>
                    <a:pt x="4161" y="1752"/>
                    <a:pt x="4111" y="1326"/>
                  </a:cubicBezTo>
                  <a:cubicBezTo>
                    <a:pt x="4036" y="824"/>
                    <a:pt x="3860" y="273"/>
                    <a:pt x="3409" y="72"/>
                  </a:cubicBezTo>
                  <a:cubicBezTo>
                    <a:pt x="3301" y="22"/>
                    <a:pt x="3181" y="0"/>
                    <a:pt x="30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4"/>
            <p:cNvSpPr/>
            <p:nvPr/>
          </p:nvSpPr>
          <p:spPr>
            <a:xfrm>
              <a:off x="2483694" y="2836614"/>
              <a:ext cx="360811" cy="105555"/>
            </a:xfrm>
            <a:custGeom>
              <a:rect b="b" l="l" r="r" t="t"/>
              <a:pathLst>
                <a:path extrusionOk="0" h="3058" w="10453">
                  <a:moveTo>
                    <a:pt x="10427" y="0"/>
                  </a:moveTo>
                  <a:lnTo>
                    <a:pt x="1" y="101"/>
                  </a:lnTo>
                  <a:lnTo>
                    <a:pt x="1" y="3058"/>
                  </a:lnTo>
                  <a:cubicBezTo>
                    <a:pt x="76" y="3058"/>
                    <a:pt x="10452" y="3008"/>
                    <a:pt x="10452" y="3008"/>
                  </a:cubicBezTo>
                  <a:lnTo>
                    <a:pt x="104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4"/>
            <p:cNvSpPr/>
            <p:nvPr/>
          </p:nvSpPr>
          <p:spPr>
            <a:xfrm>
              <a:off x="2483694" y="2827950"/>
              <a:ext cx="359948" cy="63202"/>
            </a:xfrm>
            <a:custGeom>
              <a:rect b="b" l="l" r="r" t="t"/>
              <a:pathLst>
                <a:path extrusionOk="0" h="1831" w="10428">
                  <a:moveTo>
                    <a:pt x="10427" y="1"/>
                  </a:moveTo>
                  <a:lnTo>
                    <a:pt x="1" y="126"/>
                  </a:lnTo>
                  <a:lnTo>
                    <a:pt x="1" y="1830"/>
                  </a:lnTo>
                  <a:lnTo>
                    <a:pt x="10427" y="1429"/>
                  </a:lnTo>
                  <a:lnTo>
                    <a:pt x="10427" y="1"/>
                  </a:lnTo>
                  <a:close/>
                </a:path>
              </a:pathLst>
            </a:custGeom>
            <a:solidFill>
              <a:srgbClr val="EB7D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4"/>
            <p:cNvSpPr/>
            <p:nvPr/>
          </p:nvSpPr>
          <p:spPr>
            <a:xfrm>
              <a:off x="2755334" y="2596969"/>
              <a:ext cx="28580" cy="27718"/>
            </a:xfrm>
            <a:custGeom>
              <a:rect b="b" l="l" r="r" t="t"/>
              <a:pathLst>
                <a:path extrusionOk="0" h="803" w="828">
                  <a:moveTo>
                    <a:pt x="427" y="1"/>
                  </a:moveTo>
                  <a:cubicBezTo>
                    <a:pt x="201" y="1"/>
                    <a:pt x="1" y="176"/>
                    <a:pt x="1" y="402"/>
                  </a:cubicBezTo>
                  <a:cubicBezTo>
                    <a:pt x="1" y="627"/>
                    <a:pt x="201" y="803"/>
                    <a:pt x="427" y="803"/>
                  </a:cubicBezTo>
                  <a:cubicBezTo>
                    <a:pt x="652" y="803"/>
                    <a:pt x="828" y="627"/>
                    <a:pt x="828" y="402"/>
                  </a:cubicBezTo>
                  <a:cubicBezTo>
                    <a:pt x="828" y="176"/>
                    <a:pt x="652" y="1"/>
                    <a:pt x="4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4"/>
            <p:cNvSpPr/>
            <p:nvPr/>
          </p:nvSpPr>
          <p:spPr>
            <a:xfrm>
              <a:off x="2795994" y="2596969"/>
              <a:ext cx="27718" cy="27718"/>
            </a:xfrm>
            <a:custGeom>
              <a:rect b="b" l="l" r="r" t="t"/>
              <a:pathLst>
                <a:path extrusionOk="0" h="803" w="803">
                  <a:moveTo>
                    <a:pt x="402" y="1"/>
                  </a:moveTo>
                  <a:cubicBezTo>
                    <a:pt x="176" y="1"/>
                    <a:pt x="1" y="176"/>
                    <a:pt x="1" y="402"/>
                  </a:cubicBezTo>
                  <a:cubicBezTo>
                    <a:pt x="1" y="627"/>
                    <a:pt x="176" y="803"/>
                    <a:pt x="402" y="803"/>
                  </a:cubicBezTo>
                  <a:cubicBezTo>
                    <a:pt x="627" y="803"/>
                    <a:pt x="803" y="627"/>
                    <a:pt x="803" y="402"/>
                  </a:cubicBezTo>
                  <a:cubicBezTo>
                    <a:pt x="803" y="176"/>
                    <a:pt x="627" y="1"/>
                    <a:pt x="4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4"/>
            <p:cNvSpPr/>
            <p:nvPr/>
          </p:nvSpPr>
          <p:spPr>
            <a:xfrm>
              <a:off x="2504473" y="2593517"/>
              <a:ext cx="70105" cy="13013"/>
            </a:xfrm>
            <a:custGeom>
              <a:rect b="b" l="l" r="r" t="t"/>
              <a:pathLst>
                <a:path extrusionOk="0" h="377" w="2031">
                  <a:moveTo>
                    <a:pt x="176" y="1"/>
                  </a:moveTo>
                  <a:cubicBezTo>
                    <a:pt x="76" y="1"/>
                    <a:pt x="0" y="76"/>
                    <a:pt x="0" y="176"/>
                  </a:cubicBezTo>
                  <a:cubicBezTo>
                    <a:pt x="0" y="301"/>
                    <a:pt x="76" y="377"/>
                    <a:pt x="176" y="377"/>
                  </a:cubicBezTo>
                  <a:lnTo>
                    <a:pt x="1855" y="377"/>
                  </a:lnTo>
                  <a:cubicBezTo>
                    <a:pt x="1955" y="377"/>
                    <a:pt x="2031" y="301"/>
                    <a:pt x="2031" y="176"/>
                  </a:cubicBezTo>
                  <a:cubicBezTo>
                    <a:pt x="2031" y="76"/>
                    <a:pt x="1955" y="1"/>
                    <a:pt x="1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4"/>
            <p:cNvSpPr/>
            <p:nvPr/>
          </p:nvSpPr>
          <p:spPr>
            <a:xfrm>
              <a:off x="2531292" y="3089202"/>
              <a:ext cx="51949" cy="16465"/>
            </a:xfrm>
            <a:custGeom>
              <a:rect b="b" l="l" r="r" t="t"/>
              <a:pathLst>
                <a:path extrusionOk="0" h="477" w="1505">
                  <a:moveTo>
                    <a:pt x="752" y="1"/>
                  </a:moveTo>
                  <a:cubicBezTo>
                    <a:pt x="351" y="1"/>
                    <a:pt x="0" y="101"/>
                    <a:pt x="0" y="251"/>
                  </a:cubicBezTo>
                  <a:cubicBezTo>
                    <a:pt x="0" y="377"/>
                    <a:pt x="351" y="477"/>
                    <a:pt x="752" y="477"/>
                  </a:cubicBezTo>
                  <a:cubicBezTo>
                    <a:pt x="1153" y="477"/>
                    <a:pt x="1504" y="377"/>
                    <a:pt x="1504" y="251"/>
                  </a:cubicBezTo>
                  <a:cubicBezTo>
                    <a:pt x="1504" y="101"/>
                    <a:pt x="1153" y="1"/>
                    <a:pt x="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4"/>
            <p:cNvSpPr/>
            <p:nvPr/>
          </p:nvSpPr>
          <p:spPr>
            <a:xfrm>
              <a:off x="2497535" y="3055480"/>
              <a:ext cx="51086" cy="16465"/>
            </a:xfrm>
            <a:custGeom>
              <a:rect b="b" l="l" r="r" t="t"/>
              <a:pathLst>
                <a:path extrusionOk="0" h="477" w="1480">
                  <a:moveTo>
                    <a:pt x="753" y="0"/>
                  </a:moveTo>
                  <a:cubicBezTo>
                    <a:pt x="327" y="0"/>
                    <a:pt x="1" y="100"/>
                    <a:pt x="1" y="226"/>
                  </a:cubicBezTo>
                  <a:cubicBezTo>
                    <a:pt x="1" y="376"/>
                    <a:pt x="327" y="476"/>
                    <a:pt x="753" y="476"/>
                  </a:cubicBezTo>
                  <a:cubicBezTo>
                    <a:pt x="1154" y="476"/>
                    <a:pt x="1480" y="376"/>
                    <a:pt x="1480" y="226"/>
                  </a:cubicBezTo>
                  <a:cubicBezTo>
                    <a:pt x="1480" y="100"/>
                    <a:pt x="1154" y="0"/>
                    <a:pt x="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4"/>
            <p:cNvSpPr/>
            <p:nvPr/>
          </p:nvSpPr>
          <p:spPr>
            <a:xfrm>
              <a:off x="2716401" y="3063246"/>
              <a:ext cx="51086" cy="17328"/>
            </a:xfrm>
            <a:custGeom>
              <a:rect b="b" l="l" r="r" t="t"/>
              <a:pathLst>
                <a:path extrusionOk="0" h="502" w="1480">
                  <a:moveTo>
                    <a:pt x="728" y="1"/>
                  </a:moveTo>
                  <a:cubicBezTo>
                    <a:pt x="327" y="1"/>
                    <a:pt x="1" y="126"/>
                    <a:pt x="1" y="251"/>
                  </a:cubicBezTo>
                  <a:cubicBezTo>
                    <a:pt x="1" y="377"/>
                    <a:pt x="327" y="502"/>
                    <a:pt x="728" y="502"/>
                  </a:cubicBezTo>
                  <a:cubicBezTo>
                    <a:pt x="1129" y="502"/>
                    <a:pt x="1480" y="377"/>
                    <a:pt x="1480" y="251"/>
                  </a:cubicBezTo>
                  <a:cubicBezTo>
                    <a:pt x="1480" y="126"/>
                    <a:pt x="1129" y="1"/>
                    <a:pt x="7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4"/>
            <p:cNvSpPr/>
            <p:nvPr/>
          </p:nvSpPr>
          <p:spPr>
            <a:xfrm>
              <a:off x="2781290" y="3035564"/>
              <a:ext cx="51086" cy="16465"/>
            </a:xfrm>
            <a:custGeom>
              <a:rect b="b" l="l" r="r" t="t"/>
              <a:pathLst>
                <a:path extrusionOk="0" h="477" w="1480">
                  <a:moveTo>
                    <a:pt x="752" y="1"/>
                  </a:moveTo>
                  <a:cubicBezTo>
                    <a:pt x="326" y="1"/>
                    <a:pt x="1" y="101"/>
                    <a:pt x="1" y="226"/>
                  </a:cubicBezTo>
                  <a:cubicBezTo>
                    <a:pt x="1" y="377"/>
                    <a:pt x="326" y="477"/>
                    <a:pt x="752" y="477"/>
                  </a:cubicBezTo>
                  <a:cubicBezTo>
                    <a:pt x="1153" y="477"/>
                    <a:pt x="1479" y="377"/>
                    <a:pt x="1479" y="226"/>
                  </a:cubicBezTo>
                  <a:cubicBezTo>
                    <a:pt x="1479" y="101"/>
                    <a:pt x="1153" y="1"/>
                    <a:pt x="75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4"/>
            <p:cNvSpPr/>
            <p:nvPr/>
          </p:nvSpPr>
          <p:spPr>
            <a:xfrm>
              <a:off x="2827128" y="3081436"/>
              <a:ext cx="51086" cy="16465"/>
            </a:xfrm>
            <a:custGeom>
              <a:rect b="b" l="l" r="r" t="t"/>
              <a:pathLst>
                <a:path extrusionOk="0" h="477" w="1480">
                  <a:moveTo>
                    <a:pt x="753" y="0"/>
                  </a:moveTo>
                  <a:cubicBezTo>
                    <a:pt x="327" y="0"/>
                    <a:pt x="1" y="100"/>
                    <a:pt x="1" y="226"/>
                  </a:cubicBezTo>
                  <a:cubicBezTo>
                    <a:pt x="1" y="376"/>
                    <a:pt x="327" y="476"/>
                    <a:pt x="753" y="476"/>
                  </a:cubicBezTo>
                  <a:cubicBezTo>
                    <a:pt x="1154" y="476"/>
                    <a:pt x="1480" y="376"/>
                    <a:pt x="1480" y="226"/>
                  </a:cubicBezTo>
                  <a:cubicBezTo>
                    <a:pt x="1480" y="100"/>
                    <a:pt x="1154" y="0"/>
                    <a:pt x="7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4"/>
            <p:cNvSpPr/>
            <p:nvPr/>
          </p:nvSpPr>
          <p:spPr>
            <a:xfrm>
              <a:off x="2585792" y="3068458"/>
              <a:ext cx="50188" cy="14739"/>
            </a:xfrm>
            <a:custGeom>
              <a:rect b="b" l="l" r="r" t="t"/>
              <a:pathLst>
                <a:path extrusionOk="0" h="427" w="1454">
                  <a:moveTo>
                    <a:pt x="727" y="0"/>
                  </a:moveTo>
                  <a:cubicBezTo>
                    <a:pt x="326" y="0"/>
                    <a:pt x="0" y="100"/>
                    <a:pt x="0" y="226"/>
                  </a:cubicBezTo>
                  <a:cubicBezTo>
                    <a:pt x="0" y="326"/>
                    <a:pt x="326" y="426"/>
                    <a:pt x="727" y="426"/>
                  </a:cubicBezTo>
                  <a:cubicBezTo>
                    <a:pt x="1128" y="426"/>
                    <a:pt x="1454" y="326"/>
                    <a:pt x="1454" y="226"/>
                  </a:cubicBezTo>
                  <a:cubicBezTo>
                    <a:pt x="1454" y="100"/>
                    <a:pt x="1128" y="0"/>
                    <a:pt x="7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4"/>
            <p:cNvSpPr/>
            <p:nvPr/>
          </p:nvSpPr>
          <p:spPr>
            <a:xfrm>
              <a:off x="2580580" y="2988864"/>
              <a:ext cx="58887" cy="59715"/>
            </a:xfrm>
            <a:custGeom>
              <a:rect b="b" l="l" r="r" t="t"/>
              <a:pathLst>
                <a:path extrusionOk="0" h="1730" w="1706">
                  <a:moveTo>
                    <a:pt x="853" y="0"/>
                  </a:moveTo>
                  <a:cubicBezTo>
                    <a:pt x="377" y="0"/>
                    <a:pt x="1" y="401"/>
                    <a:pt x="1" y="878"/>
                  </a:cubicBezTo>
                  <a:cubicBezTo>
                    <a:pt x="1" y="1329"/>
                    <a:pt x="377" y="1730"/>
                    <a:pt x="853" y="1730"/>
                  </a:cubicBezTo>
                  <a:cubicBezTo>
                    <a:pt x="1329" y="1730"/>
                    <a:pt x="1705" y="1329"/>
                    <a:pt x="1705" y="878"/>
                  </a:cubicBezTo>
                  <a:cubicBezTo>
                    <a:pt x="1705" y="401"/>
                    <a:pt x="1329" y="0"/>
                    <a:pt x="853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4"/>
            <p:cNvSpPr/>
            <p:nvPr/>
          </p:nvSpPr>
          <p:spPr>
            <a:xfrm>
              <a:off x="2608262" y="3020860"/>
              <a:ext cx="5247" cy="55401"/>
            </a:xfrm>
            <a:custGeom>
              <a:rect b="b" l="l" r="r" t="t"/>
              <a:pathLst>
                <a:path extrusionOk="0" h="1605" w="152">
                  <a:moveTo>
                    <a:pt x="1" y="1"/>
                  </a:moveTo>
                  <a:lnTo>
                    <a:pt x="1" y="1605"/>
                  </a:lnTo>
                  <a:lnTo>
                    <a:pt x="151" y="1605"/>
                  </a:lnTo>
                  <a:lnTo>
                    <a:pt x="151" y="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4"/>
            <p:cNvSpPr/>
            <p:nvPr/>
          </p:nvSpPr>
          <p:spPr>
            <a:xfrm>
              <a:off x="2516588" y="3191301"/>
              <a:ext cx="3486" cy="48463"/>
            </a:xfrm>
            <a:custGeom>
              <a:rect b="b" l="l" r="r" t="t"/>
              <a:pathLst>
                <a:path extrusionOk="0" h="1404" w="101">
                  <a:moveTo>
                    <a:pt x="50" y="0"/>
                  </a:moveTo>
                  <a:cubicBezTo>
                    <a:pt x="25" y="0"/>
                    <a:pt x="0" y="25"/>
                    <a:pt x="0" y="50"/>
                  </a:cubicBezTo>
                  <a:lnTo>
                    <a:pt x="0" y="1353"/>
                  </a:lnTo>
                  <a:cubicBezTo>
                    <a:pt x="0" y="1378"/>
                    <a:pt x="25" y="1404"/>
                    <a:pt x="50" y="1404"/>
                  </a:cubicBezTo>
                  <a:cubicBezTo>
                    <a:pt x="75" y="1404"/>
                    <a:pt x="101" y="1378"/>
                    <a:pt x="101" y="1353"/>
                  </a:cubicBezTo>
                  <a:lnTo>
                    <a:pt x="101" y="50"/>
                  </a:lnTo>
                  <a:cubicBezTo>
                    <a:pt x="101" y="25"/>
                    <a:pt x="75" y="0"/>
                    <a:pt x="5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4"/>
            <p:cNvSpPr/>
            <p:nvPr/>
          </p:nvSpPr>
          <p:spPr>
            <a:xfrm>
              <a:off x="2605673" y="3191301"/>
              <a:ext cx="4384" cy="48463"/>
            </a:xfrm>
            <a:custGeom>
              <a:rect b="b" l="l" r="r" t="t"/>
              <a:pathLst>
                <a:path extrusionOk="0" h="1404" w="127">
                  <a:moveTo>
                    <a:pt x="76" y="0"/>
                  </a:moveTo>
                  <a:cubicBezTo>
                    <a:pt x="26" y="0"/>
                    <a:pt x="1" y="25"/>
                    <a:pt x="1" y="50"/>
                  </a:cubicBezTo>
                  <a:lnTo>
                    <a:pt x="1" y="1353"/>
                  </a:lnTo>
                  <a:cubicBezTo>
                    <a:pt x="1" y="1378"/>
                    <a:pt x="26" y="1404"/>
                    <a:pt x="76" y="1404"/>
                  </a:cubicBezTo>
                  <a:cubicBezTo>
                    <a:pt x="101" y="1404"/>
                    <a:pt x="126" y="1378"/>
                    <a:pt x="126" y="1353"/>
                  </a:cubicBezTo>
                  <a:lnTo>
                    <a:pt x="126" y="50"/>
                  </a:lnTo>
                  <a:cubicBezTo>
                    <a:pt x="126" y="25"/>
                    <a:pt x="101" y="0"/>
                    <a:pt x="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4"/>
            <p:cNvSpPr/>
            <p:nvPr/>
          </p:nvSpPr>
          <p:spPr>
            <a:xfrm>
              <a:off x="2531292" y="3181774"/>
              <a:ext cx="4349" cy="65790"/>
            </a:xfrm>
            <a:custGeom>
              <a:rect b="b" l="l" r="r" t="t"/>
              <a:pathLst>
                <a:path extrusionOk="0" h="1906" w="126">
                  <a:moveTo>
                    <a:pt x="76" y="0"/>
                  </a:moveTo>
                  <a:cubicBezTo>
                    <a:pt x="25" y="0"/>
                    <a:pt x="0" y="25"/>
                    <a:pt x="0" y="50"/>
                  </a:cubicBezTo>
                  <a:lnTo>
                    <a:pt x="0" y="1855"/>
                  </a:lnTo>
                  <a:cubicBezTo>
                    <a:pt x="0" y="1880"/>
                    <a:pt x="25" y="1905"/>
                    <a:pt x="76" y="1905"/>
                  </a:cubicBezTo>
                  <a:cubicBezTo>
                    <a:pt x="101" y="1905"/>
                    <a:pt x="126" y="1880"/>
                    <a:pt x="126" y="1855"/>
                  </a:cubicBezTo>
                  <a:lnTo>
                    <a:pt x="126" y="50"/>
                  </a:lnTo>
                  <a:cubicBezTo>
                    <a:pt x="126" y="25"/>
                    <a:pt x="101" y="0"/>
                    <a:pt x="76" y="0"/>
                  </a:cubicBez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4"/>
            <p:cNvSpPr/>
            <p:nvPr/>
          </p:nvSpPr>
          <p:spPr>
            <a:xfrm>
              <a:off x="2591833" y="3181774"/>
              <a:ext cx="3486" cy="65790"/>
            </a:xfrm>
            <a:custGeom>
              <a:rect b="b" l="l" r="r" t="t"/>
              <a:pathLst>
                <a:path extrusionOk="0" h="1906" w="101">
                  <a:moveTo>
                    <a:pt x="51" y="0"/>
                  </a:moveTo>
                  <a:cubicBezTo>
                    <a:pt x="26" y="0"/>
                    <a:pt x="1" y="25"/>
                    <a:pt x="1" y="50"/>
                  </a:cubicBezTo>
                  <a:lnTo>
                    <a:pt x="1" y="1855"/>
                  </a:lnTo>
                  <a:cubicBezTo>
                    <a:pt x="1" y="1880"/>
                    <a:pt x="26" y="1905"/>
                    <a:pt x="51" y="1905"/>
                  </a:cubicBezTo>
                  <a:cubicBezTo>
                    <a:pt x="76" y="1905"/>
                    <a:pt x="101" y="1880"/>
                    <a:pt x="101" y="1855"/>
                  </a:cubicBezTo>
                  <a:lnTo>
                    <a:pt x="101" y="50"/>
                  </a:lnTo>
                  <a:cubicBezTo>
                    <a:pt x="101" y="25"/>
                    <a:pt x="76" y="0"/>
                    <a:pt x="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4"/>
            <p:cNvSpPr/>
            <p:nvPr/>
          </p:nvSpPr>
          <p:spPr>
            <a:xfrm>
              <a:off x="2547721" y="3172248"/>
              <a:ext cx="3486" cy="84809"/>
            </a:xfrm>
            <a:custGeom>
              <a:rect b="b" l="l" r="r" t="t"/>
              <a:pathLst>
                <a:path extrusionOk="0" h="2457" w="101">
                  <a:moveTo>
                    <a:pt x="51" y="1"/>
                  </a:moveTo>
                  <a:cubicBezTo>
                    <a:pt x="26" y="1"/>
                    <a:pt x="1" y="26"/>
                    <a:pt x="1" y="76"/>
                  </a:cubicBezTo>
                  <a:lnTo>
                    <a:pt x="1" y="2382"/>
                  </a:lnTo>
                  <a:cubicBezTo>
                    <a:pt x="1" y="2432"/>
                    <a:pt x="26" y="2457"/>
                    <a:pt x="51" y="2457"/>
                  </a:cubicBezTo>
                  <a:cubicBezTo>
                    <a:pt x="76" y="2457"/>
                    <a:pt x="101" y="2432"/>
                    <a:pt x="101" y="2382"/>
                  </a:cubicBezTo>
                  <a:lnTo>
                    <a:pt x="101" y="76"/>
                  </a:lnTo>
                  <a:cubicBezTo>
                    <a:pt x="101" y="26"/>
                    <a:pt x="76" y="1"/>
                    <a:pt x="51" y="1"/>
                  </a:cubicBezTo>
                  <a:close/>
                </a:path>
              </a:pathLst>
            </a:custGeom>
            <a:solidFill>
              <a:srgbClr val="21262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4"/>
            <p:cNvSpPr/>
            <p:nvPr/>
          </p:nvSpPr>
          <p:spPr>
            <a:xfrm>
              <a:off x="2579717" y="3172248"/>
              <a:ext cx="3521" cy="84809"/>
            </a:xfrm>
            <a:custGeom>
              <a:rect b="b" l="l" r="r" t="t"/>
              <a:pathLst>
                <a:path extrusionOk="0" h="2457" w="102">
                  <a:moveTo>
                    <a:pt x="51" y="1"/>
                  </a:moveTo>
                  <a:cubicBezTo>
                    <a:pt x="26" y="1"/>
                    <a:pt x="1" y="26"/>
                    <a:pt x="1" y="76"/>
                  </a:cubicBezTo>
                  <a:lnTo>
                    <a:pt x="1" y="2382"/>
                  </a:lnTo>
                  <a:cubicBezTo>
                    <a:pt x="1" y="2432"/>
                    <a:pt x="26" y="2457"/>
                    <a:pt x="51" y="2457"/>
                  </a:cubicBezTo>
                  <a:cubicBezTo>
                    <a:pt x="76" y="2457"/>
                    <a:pt x="101" y="2432"/>
                    <a:pt x="101" y="2382"/>
                  </a:cubicBezTo>
                  <a:lnTo>
                    <a:pt x="101" y="76"/>
                  </a:lnTo>
                  <a:cubicBezTo>
                    <a:pt x="101" y="26"/>
                    <a:pt x="76" y="1"/>
                    <a:pt x="5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4"/>
            <p:cNvSpPr/>
            <p:nvPr/>
          </p:nvSpPr>
          <p:spPr>
            <a:xfrm>
              <a:off x="2564151" y="3163619"/>
              <a:ext cx="3486" cy="102103"/>
            </a:xfrm>
            <a:custGeom>
              <a:rect b="b" l="l" r="r" t="t"/>
              <a:pathLst>
                <a:path extrusionOk="0" h="2958" w="101">
                  <a:moveTo>
                    <a:pt x="51" y="0"/>
                  </a:moveTo>
                  <a:cubicBezTo>
                    <a:pt x="26" y="0"/>
                    <a:pt x="1" y="25"/>
                    <a:pt x="1" y="75"/>
                  </a:cubicBezTo>
                  <a:lnTo>
                    <a:pt x="1" y="2882"/>
                  </a:lnTo>
                  <a:cubicBezTo>
                    <a:pt x="1" y="2932"/>
                    <a:pt x="26" y="2957"/>
                    <a:pt x="51" y="2957"/>
                  </a:cubicBezTo>
                  <a:cubicBezTo>
                    <a:pt x="76" y="2957"/>
                    <a:pt x="101" y="2932"/>
                    <a:pt x="101" y="2882"/>
                  </a:cubicBezTo>
                  <a:lnTo>
                    <a:pt x="101" y="75"/>
                  </a:lnTo>
                  <a:cubicBezTo>
                    <a:pt x="101" y="25"/>
                    <a:pt x="76" y="0"/>
                    <a:pt x="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4"/>
            <p:cNvSpPr/>
            <p:nvPr/>
          </p:nvSpPr>
          <p:spPr>
            <a:xfrm>
              <a:off x="2170566" y="2917865"/>
              <a:ext cx="164407" cy="111699"/>
            </a:xfrm>
            <a:custGeom>
              <a:rect b="b" l="l" r="r" t="t"/>
              <a:pathLst>
                <a:path extrusionOk="0" h="3236" w="4763">
                  <a:moveTo>
                    <a:pt x="3614" y="0"/>
                  </a:moveTo>
                  <a:cubicBezTo>
                    <a:pt x="3596" y="0"/>
                    <a:pt x="3577" y="1"/>
                    <a:pt x="3559" y="2"/>
                  </a:cubicBezTo>
                  <a:cubicBezTo>
                    <a:pt x="3334" y="2"/>
                    <a:pt x="3108" y="153"/>
                    <a:pt x="2933" y="303"/>
                  </a:cubicBezTo>
                  <a:cubicBezTo>
                    <a:pt x="2281" y="879"/>
                    <a:pt x="2080" y="1807"/>
                    <a:pt x="1930" y="2684"/>
                  </a:cubicBezTo>
                  <a:cubicBezTo>
                    <a:pt x="1855" y="2308"/>
                    <a:pt x="1730" y="1932"/>
                    <a:pt x="1554" y="1606"/>
                  </a:cubicBezTo>
                  <a:cubicBezTo>
                    <a:pt x="1479" y="1406"/>
                    <a:pt x="1329" y="1205"/>
                    <a:pt x="1128" y="1130"/>
                  </a:cubicBezTo>
                  <a:cubicBezTo>
                    <a:pt x="1095" y="1123"/>
                    <a:pt x="1063" y="1120"/>
                    <a:pt x="1032" y="1120"/>
                  </a:cubicBezTo>
                  <a:cubicBezTo>
                    <a:pt x="723" y="1120"/>
                    <a:pt x="462" y="1436"/>
                    <a:pt x="326" y="1732"/>
                  </a:cubicBezTo>
                  <a:cubicBezTo>
                    <a:pt x="125" y="2208"/>
                    <a:pt x="25" y="2734"/>
                    <a:pt x="0" y="3235"/>
                  </a:cubicBezTo>
                  <a:lnTo>
                    <a:pt x="4737" y="3235"/>
                  </a:lnTo>
                  <a:cubicBezTo>
                    <a:pt x="4762" y="2634"/>
                    <a:pt x="4762" y="2032"/>
                    <a:pt x="4687" y="1431"/>
                  </a:cubicBezTo>
                  <a:cubicBezTo>
                    <a:pt x="4637" y="1105"/>
                    <a:pt x="4562" y="754"/>
                    <a:pt x="4386" y="478"/>
                  </a:cubicBezTo>
                  <a:cubicBezTo>
                    <a:pt x="4221" y="195"/>
                    <a:pt x="3921" y="0"/>
                    <a:pt x="361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4"/>
            <p:cNvSpPr/>
            <p:nvPr/>
          </p:nvSpPr>
          <p:spPr>
            <a:xfrm>
              <a:off x="2184407" y="2642288"/>
              <a:ext cx="160058" cy="158194"/>
            </a:xfrm>
            <a:custGeom>
              <a:rect b="b" l="l" r="r" t="t"/>
              <a:pathLst>
                <a:path extrusionOk="0" h="4583" w="4637">
                  <a:moveTo>
                    <a:pt x="1612" y="1"/>
                  </a:moveTo>
                  <a:cubicBezTo>
                    <a:pt x="1463" y="1"/>
                    <a:pt x="1329" y="109"/>
                    <a:pt x="1329" y="267"/>
                  </a:cubicBezTo>
                  <a:lnTo>
                    <a:pt x="1278" y="1545"/>
                  </a:lnTo>
                  <a:lnTo>
                    <a:pt x="201" y="2197"/>
                  </a:lnTo>
                  <a:cubicBezTo>
                    <a:pt x="0" y="2322"/>
                    <a:pt x="25" y="2623"/>
                    <a:pt x="251" y="2698"/>
                  </a:cubicBezTo>
                  <a:lnTo>
                    <a:pt x="1429" y="3149"/>
                  </a:lnTo>
                  <a:lnTo>
                    <a:pt x="1704" y="4377"/>
                  </a:lnTo>
                  <a:cubicBezTo>
                    <a:pt x="1749" y="4511"/>
                    <a:pt x="1864" y="4583"/>
                    <a:pt x="1982" y="4583"/>
                  </a:cubicBezTo>
                  <a:cubicBezTo>
                    <a:pt x="2062" y="4583"/>
                    <a:pt x="2144" y="4549"/>
                    <a:pt x="2206" y="4477"/>
                  </a:cubicBezTo>
                  <a:lnTo>
                    <a:pt x="3008" y="3500"/>
                  </a:lnTo>
                  <a:lnTo>
                    <a:pt x="4261" y="3600"/>
                  </a:lnTo>
                  <a:cubicBezTo>
                    <a:pt x="4486" y="3600"/>
                    <a:pt x="4637" y="3350"/>
                    <a:pt x="4511" y="3149"/>
                  </a:cubicBezTo>
                  <a:lnTo>
                    <a:pt x="3810" y="2096"/>
                  </a:lnTo>
                  <a:lnTo>
                    <a:pt x="4311" y="944"/>
                  </a:lnTo>
                  <a:cubicBezTo>
                    <a:pt x="4376" y="748"/>
                    <a:pt x="4234" y="553"/>
                    <a:pt x="4049" y="553"/>
                  </a:cubicBezTo>
                  <a:cubicBezTo>
                    <a:pt x="4020" y="553"/>
                    <a:pt x="3990" y="558"/>
                    <a:pt x="3960" y="568"/>
                  </a:cubicBezTo>
                  <a:lnTo>
                    <a:pt x="2757" y="893"/>
                  </a:lnTo>
                  <a:lnTo>
                    <a:pt x="1805" y="66"/>
                  </a:lnTo>
                  <a:cubicBezTo>
                    <a:pt x="1744" y="21"/>
                    <a:pt x="1677" y="1"/>
                    <a:pt x="1612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54"/>
            <p:cNvSpPr/>
            <p:nvPr/>
          </p:nvSpPr>
          <p:spPr>
            <a:xfrm>
              <a:off x="2651545" y="2281734"/>
              <a:ext cx="162646" cy="155087"/>
            </a:xfrm>
            <a:custGeom>
              <a:rect b="b" l="l" r="r" t="t"/>
              <a:pathLst>
                <a:path extrusionOk="0" h="4493" w="4712">
                  <a:moveTo>
                    <a:pt x="2197" y="0"/>
                  </a:moveTo>
                  <a:cubicBezTo>
                    <a:pt x="2091" y="0"/>
                    <a:pt x="1984" y="64"/>
                    <a:pt x="1930" y="186"/>
                  </a:cubicBezTo>
                  <a:lnTo>
                    <a:pt x="1504" y="1364"/>
                  </a:lnTo>
                  <a:lnTo>
                    <a:pt x="276" y="1665"/>
                  </a:lnTo>
                  <a:cubicBezTo>
                    <a:pt x="50" y="1715"/>
                    <a:pt x="0" y="2016"/>
                    <a:pt x="176" y="2166"/>
                  </a:cubicBezTo>
                  <a:lnTo>
                    <a:pt x="1153" y="2943"/>
                  </a:lnTo>
                  <a:lnTo>
                    <a:pt x="1078" y="4197"/>
                  </a:lnTo>
                  <a:cubicBezTo>
                    <a:pt x="1059" y="4366"/>
                    <a:pt x="1195" y="4493"/>
                    <a:pt x="1349" y="4493"/>
                  </a:cubicBezTo>
                  <a:cubicBezTo>
                    <a:pt x="1400" y="4493"/>
                    <a:pt x="1454" y="4478"/>
                    <a:pt x="1504" y="4447"/>
                  </a:cubicBezTo>
                  <a:lnTo>
                    <a:pt x="2556" y="3745"/>
                  </a:lnTo>
                  <a:lnTo>
                    <a:pt x="3709" y="4222"/>
                  </a:lnTo>
                  <a:cubicBezTo>
                    <a:pt x="3750" y="4240"/>
                    <a:pt x="3791" y="4248"/>
                    <a:pt x="3831" y="4248"/>
                  </a:cubicBezTo>
                  <a:cubicBezTo>
                    <a:pt x="4007" y="4248"/>
                    <a:pt x="4147" y="4080"/>
                    <a:pt x="4085" y="3896"/>
                  </a:cubicBezTo>
                  <a:lnTo>
                    <a:pt x="3760" y="2668"/>
                  </a:lnTo>
                  <a:lnTo>
                    <a:pt x="4562" y="1715"/>
                  </a:lnTo>
                  <a:cubicBezTo>
                    <a:pt x="4712" y="1540"/>
                    <a:pt x="4587" y="1264"/>
                    <a:pt x="4361" y="1264"/>
                  </a:cubicBezTo>
                  <a:lnTo>
                    <a:pt x="3108" y="1189"/>
                  </a:lnTo>
                  <a:lnTo>
                    <a:pt x="2431" y="136"/>
                  </a:lnTo>
                  <a:cubicBezTo>
                    <a:pt x="2374" y="45"/>
                    <a:pt x="2286" y="0"/>
                    <a:pt x="2197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4"/>
            <p:cNvSpPr/>
            <p:nvPr/>
          </p:nvSpPr>
          <p:spPr>
            <a:xfrm>
              <a:off x="2826265" y="3088823"/>
              <a:ext cx="163544" cy="155122"/>
            </a:xfrm>
            <a:custGeom>
              <a:rect b="b" l="l" r="r" t="t"/>
              <a:pathLst>
                <a:path extrusionOk="0" h="4494" w="4738">
                  <a:moveTo>
                    <a:pt x="2214" y="1"/>
                  </a:moveTo>
                  <a:cubicBezTo>
                    <a:pt x="2104" y="1"/>
                    <a:pt x="1997" y="64"/>
                    <a:pt x="1956" y="187"/>
                  </a:cubicBezTo>
                  <a:lnTo>
                    <a:pt x="1505" y="1365"/>
                  </a:lnTo>
                  <a:lnTo>
                    <a:pt x="302" y="1666"/>
                  </a:lnTo>
                  <a:cubicBezTo>
                    <a:pt x="76" y="1716"/>
                    <a:pt x="1" y="2017"/>
                    <a:pt x="176" y="2167"/>
                  </a:cubicBezTo>
                  <a:lnTo>
                    <a:pt x="1179" y="2944"/>
                  </a:lnTo>
                  <a:lnTo>
                    <a:pt x="1078" y="4197"/>
                  </a:lnTo>
                  <a:cubicBezTo>
                    <a:pt x="1078" y="4366"/>
                    <a:pt x="1219" y="4493"/>
                    <a:pt x="1375" y="4493"/>
                  </a:cubicBezTo>
                  <a:cubicBezTo>
                    <a:pt x="1426" y="4493"/>
                    <a:pt x="1479" y="4479"/>
                    <a:pt x="1530" y="4448"/>
                  </a:cubicBezTo>
                  <a:lnTo>
                    <a:pt x="2582" y="3771"/>
                  </a:lnTo>
                  <a:lnTo>
                    <a:pt x="3735" y="4222"/>
                  </a:lnTo>
                  <a:cubicBezTo>
                    <a:pt x="3776" y="4240"/>
                    <a:pt x="3817" y="4249"/>
                    <a:pt x="3856" y="4249"/>
                  </a:cubicBezTo>
                  <a:cubicBezTo>
                    <a:pt x="4033" y="4249"/>
                    <a:pt x="4173" y="4081"/>
                    <a:pt x="4111" y="3896"/>
                  </a:cubicBezTo>
                  <a:lnTo>
                    <a:pt x="3785" y="2693"/>
                  </a:lnTo>
                  <a:lnTo>
                    <a:pt x="4587" y="1716"/>
                  </a:lnTo>
                  <a:cubicBezTo>
                    <a:pt x="4738" y="1540"/>
                    <a:pt x="4612" y="1265"/>
                    <a:pt x="4387" y="1265"/>
                  </a:cubicBezTo>
                  <a:lnTo>
                    <a:pt x="3134" y="1190"/>
                  </a:lnTo>
                  <a:lnTo>
                    <a:pt x="2457" y="137"/>
                  </a:lnTo>
                  <a:cubicBezTo>
                    <a:pt x="2400" y="46"/>
                    <a:pt x="2306" y="1"/>
                    <a:pt x="2214" y="1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4"/>
            <p:cNvSpPr/>
            <p:nvPr/>
          </p:nvSpPr>
          <p:spPr>
            <a:xfrm>
              <a:off x="2337519" y="3165345"/>
              <a:ext cx="109904" cy="114218"/>
            </a:xfrm>
            <a:custGeom>
              <a:rect b="b" l="l" r="r" t="t"/>
              <a:pathLst>
                <a:path extrusionOk="0" h="3309" w="3184">
                  <a:moveTo>
                    <a:pt x="978" y="0"/>
                  </a:moveTo>
                  <a:lnTo>
                    <a:pt x="0" y="3308"/>
                  </a:lnTo>
                  <a:lnTo>
                    <a:pt x="3183" y="3308"/>
                  </a:lnTo>
                  <a:lnTo>
                    <a:pt x="9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483" name="Google Shape;1483;p54"/>
          <p:cNvPicPr preferRelativeResize="0"/>
          <p:nvPr/>
        </p:nvPicPr>
        <p:blipFill rotWithShape="1">
          <a:blip r:embed="rId4">
            <a:alphaModFix/>
          </a:blip>
          <a:srcRect b="42067" l="29810" r="29774" t="28687"/>
          <a:stretch/>
        </p:blipFill>
        <p:spPr>
          <a:xfrm>
            <a:off x="5623950" y="2542875"/>
            <a:ext cx="1190424" cy="1147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4" name="Google Shape;1484;p54"/>
          <p:cNvGrpSpPr/>
          <p:nvPr/>
        </p:nvGrpSpPr>
        <p:grpSpPr>
          <a:xfrm>
            <a:off x="2231393" y="1292647"/>
            <a:ext cx="382743" cy="454524"/>
            <a:chOff x="5648375" y="1427025"/>
            <a:chExt cx="483200" cy="483125"/>
          </a:xfrm>
        </p:grpSpPr>
        <p:sp>
          <p:nvSpPr>
            <p:cNvPr id="1485" name="Google Shape;1485;p54"/>
            <p:cNvSpPr/>
            <p:nvPr/>
          </p:nvSpPr>
          <p:spPr>
            <a:xfrm>
              <a:off x="5801075" y="1484625"/>
              <a:ext cx="177725" cy="162475"/>
            </a:xfrm>
            <a:custGeom>
              <a:rect b="b" l="l" r="r" t="t"/>
              <a:pathLst>
                <a:path extrusionOk="0" h="6499" w="7109">
                  <a:moveTo>
                    <a:pt x="3554" y="1845"/>
                  </a:moveTo>
                  <a:lnTo>
                    <a:pt x="3920" y="2582"/>
                  </a:lnTo>
                  <a:cubicBezTo>
                    <a:pt x="4001" y="2751"/>
                    <a:pt x="4161" y="2866"/>
                    <a:pt x="4345" y="2893"/>
                  </a:cubicBezTo>
                  <a:lnTo>
                    <a:pt x="5158" y="3011"/>
                  </a:lnTo>
                  <a:lnTo>
                    <a:pt x="4569" y="3584"/>
                  </a:lnTo>
                  <a:cubicBezTo>
                    <a:pt x="4436" y="3714"/>
                    <a:pt x="4376" y="3901"/>
                    <a:pt x="4406" y="4086"/>
                  </a:cubicBezTo>
                  <a:lnTo>
                    <a:pt x="4545" y="4898"/>
                  </a:lnTo>
                  <a:lnTo>
                    <a:pt x="3820" y="4514"/>
                  </a:lnTo>
                  <a:cubicBezTo>
                    <a:pt x="3737" y="4469"/>
                    <a:pt x="3646" y="4446"/>
                    <a:pt x="3555" y="4446"/>
                  </a:cubicBezTo>
                  <a:cubicBezTo>
                    <a:pt x="3464" y="4446"/>
                    <a:pt x="3373" y="4469"/>
                    <a:pt x="3292" y="4514"/>
                  </a:cubicBezTo>
                  <a:lnTo>
                    <a:pt x="2561" y="4895"/>
                  </a:lnTo>
                  <a:lnTo>
                    <a:pt x="2703" y="4086"/>
                  </a:lnTo>
                  <a:cubicBezTo>
                    <a:pt x="2733" y="3901"/>
                    <a:pt x="2673" y="3714"/>
                    <a:pt x="2540" y="3584"/>
                  </a:cubicBezTo>
                  <a:lnTo>
                    <a:pt x="1951" y="3011"/>
                  </a:lnTo>
                  <a:lnTo>
                    <a:pt x="2763" y="2893"/>
                  </a:lnTo>
                  <a:cubicBezTo>
                    <a:pt x="2947" y="2866"/>
                    <a:pt x="3107" y="2751"/>
                    <a:pt x="3192" y="2582"/>
                  </a:cubicBezTo>
                  <a:lnTo>
                    <a:pt x="3554" y="1845"/>
                  </a:lnTo>
                  <a:close/>
                  <a:moveTo>
                    <a:pt x="3554" y="0"/>
                  </a:moveTo>
                  <a:cubicBezTo>
                    <a:pt x="3353" y="0"/>
                    <a:pt x="3151" y="106"/>
                    <a:pt x="3047" y="317"/>
                  </a:cubicBezTo>
                  <a:lnTo>
                    <a:pt x="2307" y="1815"/>
                  </a:lnTo>
                  <a:lnTo>
                    <a:pt x="653" y="2056"/>
                  </a:lnTo>
                  <a:cubicBezTo>
                    <a:pt x="188" y="2123"/>
                    <a:pt x="0" y="2694"/>
                    <a:pt x="339" y="3023"/>
                  </a:cubicBezTo>
                  <a:lnTo>
                    <a:pt x="1537" y="4188"/>
                  </a:lnTo>
                  <a:lnTo>
                    <a:pt x="1253" y="5837"/>
                  </a:lnTo>
                  <a:cubicBezTo>
                    <a:pt x="1191" y="6202"/>
                    <a:pt x="1480" y="6499"/>
                    <a:pt x="1809" y="6499"/>
                  </a:cubicBezTo>
                  <a:cubicBezTo>
                    <a:pt x="1897" y="6499"/>
                    <a:pt x="1987" y="6478"/>
                    <a:pt x="2075" y="6432"/>
                  </a:cubicBezTo>
                  <a:lnTo>
                    <a:pt x="3554" y="5656"/>
                  </a:lnTo>
                  <a:lnTo>
                    <a:pt x="5034" y="6432"/>
                  </a:lnTo>
                  <a:cubicBezTo>
                    <a:pt x="5121" y="6478"/>
                    <a:pt x="5212" y="6499"/>
                    <a:pt x="5299" y="6499"/>
                  </a:cubicBezTo>
                  <a:cubicBezTo>
                    <a:pt x="5629" y="6499"/>
                    <a:pt x="5917" y="6202"/>
                    <a:pt x="5855" y="5837"/>
                  </a:cubicBezTo>
                  <a:lnTo>
                    <a:pt x="5574" y="4188"/>
                  </a:lnTo>
                  <a:lnTo>
                    <a:pt x="6770" y="3023"/>
                  </a:lnTo>
                  <a:cubicBezTo>
                    <a:pt x="7108" y="2694"/>
                    <a:pt x="6921" y="2123"/>
                    <a:pt x="6456" y="2056"/>
                  </a:cubicBezTo>
                  <a:lnTo>
                    <a:pt x="4801" y="1815"/>
                  </a:lnTo>
                  <a:lnTo>
                    <a:pt x="4062" y="317"/>
                  </a:lnTo>
                  <a:cubicBezTo>
                    <a:pt x="3957" y="106"/>
                    <a:pt x="3756" y="0"/>
                    <a:pt x="3554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86" name="Google Shape;1486;p54"/>
            <p:cNvSpPr/>
            <p:nvPr/>
          </p:nvSpPr>
          <p:spPr>
            <a:xfrm>
              <a:off x="5648375" y="1427025"/>
              <a:ext cx="483200" cy="483125"/>
            </a:xfrm>
            <a:custGeom>
              <a:rect b="b" l="l" r="r" t="t"/>
              <a:pathLst>
                <a:path extrusionOk="0" h="19325" w="19328">
                  <a:moveTo>
                    <a:pt x="2265" y="2304"/>
                  </a:moveTo>
                  <a:cubicBezTo>
                    <a:pt x="2890" y="2304"/>
                    <a:pt x="3397" y="2808"/>
                    <a:pt x="3397" y="3437"/>
                  </a:cubicBezTo>
                  <a:lnTo>
                    <a:pt x="3397" y="7398"/>
                  </a:lnTo>
                  <a:lnTo>
                    <a:pt x="3397" y="7474"/>
                  </a:lnTo>
                  <a:lnTo>
                    <a:pt x="1637" y="6299"/>
                  </a:lnTo>
                  <a:cubicBezTo>
                    <a:pt x="1320" y="6088"/>
                    <a:pt x="1129" y="5734"/>
                    <a:pt x="1132" y="5357"/>
                  </a:cubicBezTo>
                  <a:lnTo>
                    <a:pt x="1132" y="3437"/>
                  </a:lnTo>
                  <a:cubicBezTo>
                    <a:pt x="1132" y="2808"/>
                    <a:pt x="1640" y="2304"/>
                    <a:pt x="2265" y="2304"/>
                  </a:cubicBezTo>
                  <a:close/>
                  <a:moveTo>
                    <a:pt x="17060" y="2304"/>
                  </a:moveTo>
                  <a:cubicBezTo>
                    <a:pt x="17685" y="2304"/>
                    <a:pt x="18192" y="2808"/>
                    <a:pt x="18192" y="3437"/>
                  </a:cubicBezTo>
                  <a:lnTo>
                    <a:pt x="18192" y="5357"/>
                  </a:lnTo>
                  <a:cubicBezTo>
                    <a:pt x="18192" y="5737"/>
                    <a:pt x="18005" y="6091"/>
                    <a:pt x="17688" y="6302"/>
                  </a:cubicBezTo>
                  <a:lnTo>
                    <a:pt x="15928" y="7474"/>
                  </a:lnTo>
                  <a:lnTo>
                    <a:pt x="15928" y="7398"/>
                  </a:lnTo>
                  <a:lnTo>
                    <a:pt x="15928" y="3437"/>
                  </a:lnTo>
                  <a:cubicBezTo>
                    <a:pt x="15928" y="2808"/>
                    <a:pt x="16435" y="2304"/>
                    <a:pt x="17060" y="2304"/>
                  </a:cubicBezTo>
                  <a:close/>
                  <a:moveTo>
                    <a:pt x="14795" y="1133"/>
                  </a:moveTo>
                  <a:lnTo>
                    <a:pt x="14795" y="7398"/>
                  </a:lnTo>
                  <a:cubicBezTo>
                    <a:pt x="14795" y="8763"/>
                    <a:pt x="14095" y="9641"/>
                    <a:pt x="12120" y="10759"/>
                  </a:cubicBezTo>
                  <a:cubicBezTo>
                    <a:pt x="11069" y="11354"/>
                    <a:pt x="10372" y="12422"/>
                    <a:pt x="10248" y="13627"/>
                  </a:cubicBezTo>
                  <a:lnTo>
                    <a:pt x="9058" y="13627"/>
                  </a:lnTo>
                  <a:cubicBezTo>
                    <a:pt x="8877" y="12368"/>
                    <a:pt x="8041" y="11269"/>
                    <a:pt x="6791" y="10686"/>
                  </a:cubicBezTo>
                  <a:cubicBezTo>
                    <a:pt x="5332" y="10007"/>
                    <a:pt x="4529" y="8835"/>
                    <a:pt x="4529" y="7398"/>
                  </a:cubicBezTo>
                  <a:lnTo>
                    <a:pt x="4529" y="1133"/>
                  </a:lnTo>
                  <a:close/>
                  <a:moveTo>
                    <a:pt x="11927" y="14759"/>
                  </a:moveTo>
                  <a:cubicBezTo>
                    <a:pt x="12241" y="14759"/>
                    <a:pt x="12495" y="15010"/>
                    <a:pt x="12495" y="15324"/>
                  </a:cubicBezTo>
                  <a:lnTo>
                    <a:pt x="12495" y="15892"/>
                  </a:lnTo>
                  <a:lnTo>
                    <a:pt x="10795" y="15892"/>
                  </a:lnTo>
                  <a:cubicBezTo>
                    <a:pt x="10481" y="15892"/>
                    <a:pt x="10230" y="16142"/>
                    <a:pt x="10230" y="16456"/>
                  </a:cubicBezTo>
                  <a:cubicBezTo>
                    <a:pt x="10230" y="16770"/>
                    <a:pt x="10481" y="17024"/>
                    <a:pt x="10795" y="17024"/>
                  </a:cubicBezTo>
                  <a:lnTo>
                    <a:pt x="13059" y="17024"/>
                  </a:lnTo>
                  <a:cubicBezTo>
                    <a:pt x="13373" y="17024"/>
                    <a:pt x="13627" y="17275"/>
                    <a:pt x="13627" y="17589"/>
                  </a:cubicBezTo>
                  <a:lnTo>
                    <a:pt x="13627" y="18193"/>
                  </a:lnTo>
                  <a:lnTo>
                    <a:pt x="5701" y="18193"/>
                  </a:lnTo>
                  <a:lnTo>
                    <a:pt x="5701" y="17589"/>
                  </a:lnTo>
                  <a:cubicBezTo>
                    <a:pt x="5701" y="17275"/>
                    <a:pt x="5951" y="17024"/>
                    <a:pt x="6265" y="17024"/>
                  </a:cubicBezTo>
                  <a:lnTo>
                    <a:pt x="8530" y="17024"/>
                  </a:lnTo>
                  <a:cubicBezTo>
                    <a:pt x="8844" y="17024"/>
                    <a:pt x="9095" y="16770"/>
                    <a:pt x="9095" y="16456"/>
                  </a:cubicBezTo>
                  <a:cubicBezTo>
                    <a:pt x="9095" y="16142"/>
                    <a:pt x="8844" y="15892"/>
                    <a:pt x="8530" y="15892"/>
                  </a:cubicBezTo>
                  <a:lnTo>
                    <a:pt x="6833" y="15892"/>
                  </a:lnTo>
                  <a:lnTo>
                    <a:pt x="6833" y="15324"/>
                  </a:lnTo>
                  <a:cubicBezTo>
                    <a:pt x="6833" y="15010"/>
                    <a:pt x="7084" y="14759"/>
                    <a:pt x="7398" y="14759"/>
                  </a:cubicBezTo>
                  <a:close/>
                  <a:moveTo>
                    <a:pt x="3965" y="0"/>
                  </a:moveTo>
                  <a:cubicBezTo>
                    <a:pt x="3651" y="0"/>
                    <a:pt x="3397" y="254"/>
                    <a:pt x="3397" y="568"/>
                  </a:cubicBezTo>
                  <a:lnTo>
                    <a:pt x="3397" y="1474"/>
                  </a:lnTo>
                  <a:cubicBezTo>
                    <a:pt x="3032" y="1264"/>
                    <a:pt x="2645" y="1168"/>
                    <a:pt x="2269" y="1168"/>
                  </a:cubicBezTo>
                  <a:cubicBezTo>
                    <a:pt x="1086" y="1168"/>
                    <a:pt x="0" y="2113"/>
                    <a:pt x="0" y="3437"/>
                  </a:cubicBezTo>
                  <a:lnTo>
                    <a:pt x="0" y="5357"/>
                  </a:lnTo>
                  <a:cubicBezTo>
                    <a:pt x="0" y="6115"/>
                    <a:pt x="378" y="6821"/>
                    <a:pt x="1009" y="7241"/>
                  </a:cubicBezTo>
                  <a:lnTo>
                    <a:pt x="3651" y="9001"/>
                  </a:lnTo>
                  <a:cubicBezTo>
                    <a:pt x="3663" y="9010"/>
                    <a:pt x="3678" y="9019"/>
                    <a:pt x="3690" y="9026"/>
                  </a:cubicBezTo>
                  <a:cubicBezTo>
                    <a:pt x="4125" y="10170"/>
                    <a:pt x="5027" y="11112"/>
                    <a:pt x="6314" y="11710"/>
                  </a:cubicBezTo>
                  <a:cubicBezTo>
                    <a:pt x="7156" y="12105"/>
                    <a:pt x="7736" y="12812"/>
                    <a:pt x="7911" y="13627"/>
                  </a:cubicBezTo>
                  <a:lnTo>
                    <a:pt x="7398" y="13627"/>
                  </a:lnTo>
                  <a:cubicBezTo>
                    <a:pt x="6459" y="13627"/>
                    <a:pt x="5701" y="14385"/>
                    <a:pt x="5701" y="15324"/>
                  </a:cubicBezTo>
                  <a:lnTo>
                    <a:pt x="5701" y="15988"/>
                  </a:lnTo>
                  <a:cubicBezTo>
                    <a:pt x="5021" y="16227"/>
                    <a:pt x="4569" y="16870"/>
                    <a:pt x="4569" y="17589"/>
                  </a:cubicBezTo>
                  <a:lnTo>
                    <a:pt x="4569" y="18760"/>
                  </a:lnTo>
                  <a:cubicBezTo>
                    <a:pt x="4569" y="19071"/>
                    <a:pt x="4819" y="19325"/>
                    <a:pt x="5133" y="19325"/>
                  </a:cubicBezTo>
                  <a:lnTo>
                    <a:pt x="14191" y="19325"/>
                  </a:lnTo>
                  <a:cubicBezTo>
                    <a:pt x="14506" y="19325"/>
                    <a:pt x="14759" y="19071"/>
                    <a:pt x="14759" y="18760"/>
                  </a:cubicBezTo>
                  <a:lnTo>
                    <a:pt x="14759" y="17589"/>
                  </a:lnTo>
                  <a:cubicBezTo>
                    <a:pt x="14756" y="16870"/>
                    <a:pt x="14303" y="16227"/>
                    <a:pt x="13627" y="15988"/>
                  </a:cubicBezTo>
                  <a:lnTo>
                    <a:pt x="13627" y="15324"/>
                  </a:lnTo>
                  <a:cubicBezTo>
                    <a:pt x="13624" y="14385"/>
                    <a:pt x="12866" y="13627"/>
                    <a:pt x="11927" y="13627"/>
                  </a:cubicBezTo>
                  <a:lnTo>
                    <a:pt x="11389" y="13627"/>
                  </a:lnTo>
                  <a:cubicBezTo>
                    <a:pt x="11507" y="12833"/>
                    <a:pt x="11981" y="12139"/>
                    <a:pt x="12679" y="11743"/>
                  </a:cubicBezTo>
                  <a:cubicBezTo>
                    <a:pt x="14044" y="10973"/>
                    <a:pt x="15088" y="10170"/>
                    <a:pt x="15593" y="9047"/>
                  </a:cubicBezTo>
                  <a:cubicBezTo>
                    <a:pt x="15623" y="9035"/>
                    <a:pt x="15650" y="9019"/>
                    <a:pt x="15677" y="9001"/>
                  </a:cubicBezTo>
                  <a:lnTo>
                    <a:pt x="18319" y="7241"/>
                  </a:lnTo>
                  <a:cubicBezTo>
                    <a:pt x="18947" y="6821"/>
                    <a:pt x="19328" y="6115"/>
                    <a:pt x="19328" y="5357"/>
                  </a:cubicBezTo>
                  <a:lnTo>
                    <a:pt x="19328" y="3437"/>
                  </a:lnTo>
                  <a:cubicBezTo>
                    <a:pt x="19325" y="2113"/>
                    <a:pt x="18239" y="1168"/>
                    <a:pt x="17057" y="1168"/>
                  </a:cubicBezTo>
                  <a:cubicBezTo>
                    <a:pt x="16681" y="1168"/>
                    <a:pt x="16295" y="1264"/>
                    <a:pt x="15931" y="1474"/>
                  </a:cubicBezTo>
                  <a:lnTo>
                    <a:pt x="15931" y="568"/>
                  </a:lnTo>
                  <a:cubicBezTo>
                    <a:pt x="15931" y="254"/>
                    <a:pt x="15677" y="0"/>
                    <a:pt x="15363" y="0"/>
                  </a:cubicBezTo>
                  <a:close/>
                </a:path>
              </a:pathLst>
            </a:custGeom>
            <a:solidFill>
              <a:srgbClr val="FFE4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55"/>
          <p:cNvSpPr txBox="1"/>
          <p:nvPr>
            <p:ph type="title"/>
          </p:nvPr>
        </p:nvSpPr>
        <p:spPr>
          <a:xfrm>
            <a:off x="713250" y="3423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qu'on aurait aimé faire</a:t>
            </a:r>
            <a:endParaRPr/>
          </a:p>
        </p:txBody>
      </p:sp>
      <p:pic>
        <p:nvPicPr>
          <p:cNvPr id="1492" name="Google Shape;149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775" y="1229550"/>
            <a:ext cx="5326451" cy="37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56"/>
          <p:cNvSpPr txBox="1"/>
          <p:nvPr>
            <p:ph type="title"/>
          </p:nvPr>
        </p:nvSpPr>
        <p:spPr>
          <a:xfrm>
            <a:off x="713250" y="3423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qu'on aurait aimé faire</a:t>
            </a:r>
            <a:endParaRPr/>
          </a:p>
        </p:txBody>
      </p:sp>
      <p:pic>
        <p:nvPicPr>
          <p:cNvPr id="1498" name="Google Shape;1498;p56"/>
          <p:cNvPicPr preferRelativeResize="0"/>
          <p:nvPr/>
        </p:nvPicPr>
        <p:blipFill rotWithShape="1">
          <a:blip r:embed="rId3">
            <a:alphaModFix/>
          </a:blip>
          <a:srcRect b="22024" l="1454" r="1638" t="2579"/>
          <a:stretch/>
        </p:blipFill>
        <p:spPr>
          <a:xfrm>
            <a:off x="1383552" y="1331200"/>
            <a:ext cx="6376875" cy="32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57"/>
          <p:cNvSpPr txBox="1"/>
          <p:nvPr>
            <p:ph type="title"/>
          </p:nvPr>
        </p:nvSpPr>
        <p:spPr>
          <a:xfrm>
            <a:off x="713250" y="342325"/>
            <a:ext cx="7717500" cy="5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 qu'on aurait aimé faire</a:t>
            </a:r>
            <a:endParaRPr/>
          </a:p>
        </p:txBody>
      </p:sp>
      <p:pic>
        <p:nvPicPr>
          <p:cNvPr id="1504" name="Google Shape;1504;p57"/>
          <p:cNvPicPr preferRelativeResize="0"/>
          <p:nvPr/>
        </p:nvPicPr>
        <p:blipFill rotWithShape="1">
          <a:blip r:embed="rId3">
            <a:alphaModFix/>
          </a:blip>
          <a:srcRect b="24809" l="25517" r="24313" t="36799"/>
          <a:stretch/>
        </p:blipFill>
        <p:spPr>
          <a:xfrm>
            <a:off x="5184830" y="1586650"/>
            <a:ext cx="2830108" cy="3010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5" name="Google Shape;150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6424" y="1558363"/>
            <a:ext cx="2950237" cy="30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58"/>
          <p:cNvSpPr txBox="1"/>
          <p:nvPr>
            <p:ph type="title"/>
          </p:nvPr>
        </p:nvSpPr>
        <p:spPr>
          <a:xfrm>
            <a:off x="713225" y="484425"/>
            <a:ext cx="7717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C</a:t>
            </a:r>
            <a:r>
              <a:rPr lang="en" sz="2900"/>
              <a:t>onseil pour les futurs L1</a:t>
            </a:r>
            <a:endParaRPr sz="2900"/>
          </a:p>
        </p:txBody>
      </p:sp>
      <p:sp>
        <p:nvSpPr>
          <p:cNvPr id="1511" name="Google Shape;1511;p58"/>
          <p:cNvSpPr txBox="1"/>
          <p:nvPr>
            <p:ph type="title"/>
          </p:nvPr>
        </p:nvSpPr>
        <p:spPr>
          <a:xfrm>
            <a:off x="836750" y="2274900"/>
            <a:ext cx="7717500" cy="59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C</a:t>
            </a:r>
            <a:r>
              <a:rPr lang="en" sz="2600"/>
              <a:t>hoisissez un projet qui vous plaît !!!</a:t>
            </a:r>
            <a:endParaRPr sz="2600"/>
          </a:p>
        </p:txBody>
      </p:sp>
      <p:grpSp>
        <p:nvGrpSpPr>
          <p:cNvPr id="1512" name="Google Shape;1512;p58"/>
          <p:cNvGrpSpPr/>
          <p:nvPr/>
        </p:nvGrpSpPr>
        <p:grpSpPr>
          <a:xfrm>
            <a:off x="6439920" y="1365105"/>
            <a:ext cx="343530" cy="340221"/>
            <a:chOff x="3860250" y="1427025"/>
            <a:chExt cx="487900" cy="483200"/>
          </a:xfrm>
        </p:grpSpPr>
        <p:sp>
          <p:nvSpPr>
            <p:cNvPr id="1513" name="Google Shape;1513;p58"/>
            <p:cNvSpPr/>
            <p:nvPr/>
          </p:nvSpPr>
          <p:spPr>
            <a:xfrm>
              <a:off x="3875800" y="1427025"/>
              <a:ext cx="472350" cy="468650"/>
            </a:xfrm>
            <a:custGeom>
              <a:rect b="b" l="l" r="r" t="t"/>
              <a:pathLst>
                <a:path extrusionOk="0" h="18746" w="18894">
                  <a:moveTo>
                    <a:pt x="15874" y="1821"/>
                  </a:moveTo>
                  <a:lnTo>
                    <a:pt x="6498" y="9403"/>
                  </a:lnTo>
                  <a:lnTo>
                    <a:pt x="1918" y="5629"/>
                  </a:lnTo>
                  <a:lnTo>
                    <a:pt x="15874" y="1821"/>
                  </a:lnTo>
                  <a:close/>
                  <a:moveTo>
                    <a:pt x="14524" y="4370"/>
                  </a:moveTo>
                  <a:lnTo>
                    <a:pt x="8425" y="11912"/>
                  </a:lnTo>
                  <a:lnTo>
                    <a:pt x="6257" y="12634"/>
                  </a:lnTo>
                  <a:lnTo>
                    <a:pt x="6981" y="10469"/>
                  </a:lnTo>
                  <a:lnTo>
                    <a:pt x="14524" y="4370"/>
                  </a:lnTo>
                  <a:close/>
                  <a:moveTo>
                    <a:pt x="17072" y="3020"/>
                  </a:moveTo>
                  <a:lnTo>
                    <a:pt x="13265" y="16976"/>
                  </a:lnTo>
                  <a:lnTo>
                    <a:pt x="9491" y="12392"/>
                  </a:lnTo>
                  <a:lnTo>
                    <a:pt x="17072" y="3020"/>
                  </a:lnTo>
                  <a:close/>
                  <a:moveTo>
                    <a:pt x="18298" y="0"/>
                  </a:moveTo>
                  <a:cubicBezTo>
                    <a:pt x="18286" y="0"/>
                    <a:pt x="18274" y="0"/>
                    <a:pt x="18262" y="3"/>
                  </a:cubicBezTo>
                  <a:lnTo>
                    <a:pt x="18253" y="3"/>
                  </a:lnTo>
                  <a:cubicBezTo>
                    <a:pt x="18238" y="6"/>
                    <a:pt x="18223" y="6"/>
                    <a:pt x="18211" y="12"/>
                  </a:cubicBezTo>
                  <a:lnTo>
                    <a:pt x="18193" y="15"/>
                  </a:lnTo>
                  <a:lnTo>
                    <a:pt x="18178" y="18"/>
                  </a:lnTo>
                  <a:lnTo>
                    <a:pt x="562" y="4822"/>
                  </a:lnTo>
                  <a:cubicBezTo>
                    <a:pt x="121" y="4943"/>
                    <a:pt x="0" y="5511"/>
                    <a:pt x="351" y="5804"/>
                  </a:cubicBezTo>
                  <a:lnTo>
                    <a:pt x="5834" y="10321"/>
                  </a:lnTo>
                  <a:lnTo>
                    <a:pt x="4826" y="13349"/>
                  </a:lnTo>
                  <a:cubicBezTo>
                    <a:pt x="4696" y="13732"/>
                    <a:pt x="4991" y="14098"/>
                    <a:pt x="5359" y="14098"/>
                  </a:cubicBezTo>
                  <a:cubicBezTo>
                    <a:pt x="5418" y="14098"/>
                    <a:pt x="5479" y="14089"/>
                    <a:pt x="5541" y="14068"/>
                  </a:cubicBezTo>
                  <a:lnTo>
                    <a:pt x="8570" y="13060"/>
                  </a:lnTo>
                  <a:lnTo>
                    <a:pt x="13087" y="18540"/>
                  </a:lnTo>
                  <a:cubicBezTo>
                    <a:pt x="13195" y="18670"/>
                    <a:pt x="13355" y="18745"/>
                    <a:pt x="13525" y="18745"/>
                  </a:cubicBezTo>
                  <a:cubicBezTo>
                    <a:pt x="13564" y="18745"/>
                    <a:pt x="13603" y="18742"/>
                    <a:pt x="13642" y="18733"/>
                  </a:cubicBezTo>
                  <a:cubicBezTo>
                    <a:pt x="13848" y="18691"/>
                    <a:pt x="14014" y="18534"/>
                    <a:pt x="14071" y="18328"/>
                  </a:cubicBezTo>
                  <a:lnTo>
                    <a:pt x="18875" y="716"/>
                  </a:lnTo>
                  <a:cubicBezTo>
                    <a:pt x="18875" y="710"/>
                    <a:pt x="18875" y="704"/>
                    <a:pt x="18878" y="698"/>
                  </a:cubicBezTo>
                  <a:lnTo>
                    <a:pt x="18881" y="683"/>
                  </a:lnTo>
                  <a:cubicBezTo>
                    <a:pt x="18884" y="668"/>
                    <a:pt x="18887" y="653"/>
                    <a:pt x="18890" y="637"/>
                  </a:cubicBezTo>
                  <a:cubicBezTo>
                    <a:pt x="18890" y="637"/>
                    <a:pt x="18890" y="634"/>
                    <a:pt x="18890" y="631"/>
                  </a:cubicBezTo>
                  <a:cubicBezTo>
                    <a:pt x="18890" y="619"/>
                    <a:pt x="18890" y="604"/>
                    <a:pt x="18893" y="592"/>
                  </a:cubicBezTo>
                  <a:lnTo>
                    <a:pt x="18893" y="580"/>
                  </a:lnTo>
                  <a:cubicBezTo>
                    <a:pt x="18893" y="568"/>
                    <a:pt x="18893" y="553"/>
                    <a:pt x="18893" y="541"/>
                  </a:cubicBezTo>
                  <a:cubicBezTo>
                    <a:pt x="18893" y="538"/>
                    <a:pt x="18893" y="535"/>
                    <a:pt x="18893" y="532"/>
                  </a:cubicBezTo>
                  <a:cubicBezTo>
                    <a:pt x="18893" y="517"/>
                    <a:pt x="18890" y="502"/>
                    <a:pt x="18890" y="487"/>
                  </a:cubicBezTo>
                  <a:cubicBezTo>
                    <a:pt x="18890" y="483"/>
                    <a:pt x="18890" y="480"/>
                    <a:pt x="18887" y="477"/>
                  </a:cubicBezTo>
                  <a:cubicBezTo>
                    <a:pt x="18887" y="465"/>
                    <a:pt x="18884" y="453"/>
                    <a:pt x="18881" y="441"/>
                  </a:cubicBezTo>
                  <a:lnTo>
                    <a:pt x="18878" y="429"/>
                  </a:lnTo>
                  <a:cubicBezTo>
                    <a:pt x="18875" y="417"/>
                    <a:pt x="18872" y="402"/>
                    <a:pt x="18866" y="390"/>
                  </a:cubicBezTo>
                  <a:cubicBezTo>
                    <a:pt x="18866" y="387"/>
                    <a:pt x="18866" y="384"/>
                    <a:pt x="18863" y="381"/>
                  </a:cubicBezTo>
                  <a:cubicBezTo>
                    <a:pt x="18860" y="369"/>
                    <a:pt x="18854" y="354"/>
                    <a:pt x="18848" y="345"/>
                  </a:cubicBezTo>
                  <a:cubicBezTo>
                    <a:pt x="18848" y="339"/>
                    <a:pt x="18845" y="333"/>
                    <a:pt x="18842" y="329"/>
                  </a:cubicBezTo>
                  <a:cubicBezTo>
                    <a:pt x="18839" y="323"/>
                    <a:pt x="18833" y="308"/>
                    <a:pt x="18830" y="299"/>
                  </a:cubicBezTo>
                  <a:cubicBezTo>
                    <a:pt x="18824" y="290"/>
                    <a:pt x="18824" y="290"/>
                    <a:pt x="18821" y="287"/>
                  </a:cubicBezTo>
                  <a:cubicBezTo>
                    <a:pt x="18815" y="275"/>
                    <a:pt x="18806" y="263"/>
                    <a:pt x="18797" y="248"/>
                  </a:cubicBezTo>
                  <a:lnTo>
                    <a:pt x="18790" y="239"/>
                  </a:lnTo>
                  <a:cubicBezTo>
                    <a:pt x="18784" y="230"/>
                    <a:pt x="18775" y="221"/>
                    <a:pt x="18769" y="212"/>
                  </a:cubicBezTo>
                  <a:cubicBezTo>
                    <a:pt x="18760" y="203"/>
                    <a:pt x="18763" y="203"/>
                    <a:pt x="18760" y="200"/>
                  </a:cubicBezTo>
                  <a:cubicBezTo>
                    <a:pt x="18751" y="188"/>
                    <a:pt x="18739" y="176"/>
                    <a:pt x="18727" y="163"/>
                  </a:cubicBezTo>
                  <a:cubicBezTo>
                    <a:pt x="18718" y="154"/>
                    <a:pt x="18706" y="142"/>
                    <a:pt x="18694" y="133"/>
                  </a:cubicBezTo>
                  <a:lnTo>
                    <a:pt x="18682" y="124"/>
                  </a:lnTo>
                  <a:cubicBezTo>
                    <a:pt x="18673" y="115"/>
                    <a:pt x="18664" y="109"/>
                    <a:pt x="18655" y="103"/>
                  </a:cubicBezTo>
                  <a:lnTo>
                    <a:pt x="18643" y="94"/>
                  </a:lnTo>
                  <a:cubicBezTo>
                    <a:pt x="18630" y="88"/>
                    <a:pt x="18618" y="79"/>
                    <a:pt x="18606" y="73"/>
                  </a:cubicBezTo>
                  <a:lnTo>
                    <a:pt x="18591" y="64"/>
                  </a:lnTo>
                  <a:lnTo>
                    <a:pt x="18564" y="52"/>
                  </a:lnTo>
                  <a:lnTo>
                    <a:pt x="18549" y="43"/>
                  </a:lnTo>
                  <a:cubicBezTo>
                    <a:pt x="18537" y="40"/>
                    <a:pt x="18522" y="34"/>
                    <a:pt x="18510" y="28"/>
                  </a:cubicBezTo>
                  <a:lnTo>
                    <a:pt x="18501" y="28"/>
                  </a:lnTo>
                  <a:cubicBezTo>
                    <a:pt x="18489" y="22"/>
                    <a:pt x="18476" y="18"/>
                    <a:pt x="18464" y="15"/>
                  </a:cubicBezTo>
                  <a:lnTo>
                    <a:pt x="18449" y="12"/>
                  </a:lnTo>
                  <a:lnTo>
                    <a:pt x="18416" y="6"/>
                  </a:lnTo>
                  <a:lnTo>
                    <a:pt x="18404" y="3"/>
                  </a:lnTo>
                  <a:cubicBezTo>
                    <a:pt x="18389" y="3"/>
                    <a:pt x="18374" y="0"/>
                    <a:pt x="183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14" name="Google Shape;1514;p58"/>
            <p:cNvSpPr/>
            <p:nvPr/>
          </p:nvSpPr>
          <p:spPr>
            <a:xfrm>
              <a:off x="3860250" y="1861675"/>
              <a:ext cx="54675" cy="48550"/>
            </a:xfrm>
            <a:custGeom>
              <a:rect b="b" l="l" r="r" t="t"/>
              <a:pathLst>
                <a:path extrusionOk="0" h="1942" w="2187">
                  <a:moveTo>
                    <a:pt x="1563" y="1"/>
                  </a:moveTo>
                  <a:cubicBezTo>
                    <a:pt x="1416" y="1"/>
                    <a:pt x="1268" y="58"/>
                    <a:pt x="1157" y="172"/>
                  </a:cubicBezTo>
                  <a:lnTo>
                    <a:pt x="357" y="976"/>
                  </a:lnTo>
                  <a:cubicBezTo>
                    <a:pt x="0" y="1332"/>
                    <a:pt x="254" y="1942"/>
                    <a:pt x="758" y="1942"/>
                  </a:cubicBezTo>
                  <a:cubicBezTo>
                    <a:pt x="906" y="1942"/>
                    <a:pt x="1051" y="1882"/>
                    <a:pt x="1157" y="1776"/>
                  </a:cubicBezTo>
                  <a:lnTo>
                    <a:pt x="1957" y="973"/>
                  </a:lnTo>
                  <a:cubicBezTo>
                    <a:pt x="2184" y="755"/>
                    <a:pt x="2187" y="390"/>
                    <a:pt x="1963" y="166"/>
                  </a:cubicBezTo>
                  <a:cubicBezTo>
                    <a:pt x="1853" y="56"/>
                    <a:pt x="1708" y="1"/>
                    <a:pt x="1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15" name="Google Shape;1515;p58"/>
            <p:cNvSpPr/>
            <p:nvPr/>
          </p:nvSpPr>
          <p:spPr>
            <a:xfrm>
              <a:off x="3923425" y="1801775"/>
              <a:ext cx="51350" cy="48550"/>
            </a:xfrm>
            <a:custGeom>
              <a:rect b="b" l="l" r="r" t="t"/>
              <a:pathLst>
                <a:path extrusionOk="0" h="1942" w="2054">
                  <a:moveTo>
                    <a:pt x="1430" y="0"/>
                  </a:moveTo>
                  <a:cubicBezTo>
                    <a:pt x="1286" y="0"/>
                    <a:pt x="1141" y="56"/>
                    <a:pt x="1030" y="168"/>
                  </a:cubicBezTo>
                  <a:lnTo>
                    <a:pt x="230" y="968"/>
                  </a:lnTo>
                  <a:cubicBezTo>
                    <a:pt x="4" y="1189"/>
                    <a:pt x="1" y="1551"/>
                    <a:pt x="224" y="1774"/>
                  </a:cubicBezTo>
                  <a:cubicBezTo>
                    <a:pt x="334" y="1886"/>
                    <a:pt x="478" y="1941"/>
                    <a:pt x="623" y="1941"/>
                  </a:cubicBezTo>
                  <a:cubicBezTo>
                    <a:pt x="771" y="1941"/>
                    <a:pt x="919" y="1883"/>
                    <a:pt x="1030" y="1768"/>
                  </a:cubicBezTo>
                  <a:lnTo>
                    <a:pt x="1831" y="968"/>
                  </a:lnTo>
                  <a:cubicBezTo>
                    <a:pt x="2054" y="745"/>
                    <a:pt x="2051" y="388"/>
                    <a:pt x="1831" y="168"/>
                  </a:cubicBezTo>
                  <a:cubicBezTo>
                    <a:pt x="1720" y="56"/>
                    <a:pt x="1575" y="0"/>
                    <a:pt x="14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516" name="Google Shape;1516;p58"/>
          <p:cNvGrpSpPr/>
          <p:nvPr/>
        </p:nvGrpSpPr>
        <p:grpSpPr>
          <a:xfrm>
            <a:off x="2135241" y="3834243"/>
            <a:ext cx="657343" cy="574775"/>
            <a:chOff x="3707000" y="2137000"/>
            <a:chExt cx="876925" cy="766775"/>
          </a:xfrm>
        </p:grpSpPr>
        <p:sp>
          <p:nvSpPr>
            <p:cNvPr id="1517" name="Google Shape;1517;p58"/>
            <p:cNvSpPr/>
            <p:nvPr/>
          </p:nvSpPr>
          <p:spPr>
            <a:xfrm>
              <a:off x="4098125" y="2807925"/>
              <a:ext cx="95875" cy="95850"/>
            </a:xfrm>
            <a:custGeom>
              <a:rect b="b" l="l" r="r" t="t"/>
              <a:pathLst>
                <a:path extrusionOk="0" h="3834" w="3835">
                  <a:moveTo>
                    <a:pt x="0" y="0"/>
                  </a:moveTo>
                  <a:lnTo>
                    <a:pt x="0" y="3834"/>
                  </a:lnTo>
                  <a:lnTo>
                    <a:pt x="3834" y="3834"/>
                  </a:lnTo>
                  <a:lnTo>
                    <a:pt x="3834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8"/>
            <p:cNvSpPr/>
            <p:nvPr/>
          </p:nvSpPr>
          <p:spPr>
            <a:xfrm>
              <a:off x="4391600" y="2521875"/>
              <a:ext cx="95875" cy="95875"/>
            </a:xfrm>
            <a:custGeom>
              <a:rect b="b" l="l" r="r" t="t"/>
              <a:pathLst>
                <a:path extrusionOk="0" h="3835" w="3835">
                  <a:moveTo>
                    <a:pt x="1" y="0"/>
                  </a:moveTo>
                  <a:lnTo>
                    <a:pt x="1" y="3834"/>
                  </a:lnTo>
                  <a:lnTo>
                    <a:pt x="3835" y="3834"/>
                  </a:lnTo>
                  <a:lnTo>
                    <a:pt x="383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8"/>
            <p:cNvSpPr/>
            <p:nvPr/>
          </p:nvSpPr>
          <p:spPr>
            <a:xfrm>
              <a:off x="4487450" y="2329275"/>
              <a:ext cx="96175" cy="192625"/>
            </a:xfrm>
            <a:custGeom>
              <a:rect b="b" l="l" r="r" t="t"/>
              <a:pathLst>
                <a:path extrusionOk="0" h="7705" w="3847">
                  <a:moveTo>
                    <a:pt x="1" y="1"/>
                  </a:moveTo>
                  <a:lnTo>
                    <a:pt x="1" y="7704"/>
                  </a:lnTo>
                  <a:lnTo>
                    <a:pt x="3846" y="7704"/>
                  </a:lnTo>
                  <a:lnTo>
                    <a:pt x="3846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8"/>
            <p:cNvSpPr/>
            <p:nvPr/>
          </p:nvSpPr>
          <p:spPr>
            <a:xfrm>
              <a:off x="4000500" y="2714150"/>
              <a:ext cx="286950" cy="93800"/>
            </a:xfrm>
            <a:custGeom>
              <a:rect b="b" l="l" r="r" t="t"/>
              <a:pathLst>
                <a:path extrusionOk="0" h="3752" w="11478">
                  <a:moveTo>
                    <a:pt x="0" y="1"/>
                  </a:moveTo>
                  <a:lnTo>
                    <a:pt x="0" y="3751"/>
                  </a:lnTo>
                  <a:lnTo>
                    <a:pt x="11478" y="3751"/>
                  </a:lnTo>
                  <a:lnTo>
                    <a:pt x="11478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8"/>
            <p:cNvSpPr/>
            <p:nvPr/>
          </p:nvSpPr>
          <p:spPr>
            <a:xfrm>
              <a:off x="3902550" y="2617725"/>
              <a:ext cx="489375" cy="96450"/>
            </a:xfrm>
            <a:custGeom>
              <a:rect b="b" l="l" r="r" t="t"/>
              <a:pathLst>
                <a:path extrusionOk="0" h="3858" w="19575">
                  <a:moveTo>
                    <a:pt x="1" y="0"/>
                  </a:moveTo>
                  <a:lnTo>
                    <a:pt x="1" y="3858"/>
                  </a:lnTo>
                  <a:lnTo>
                    <a:pt x="19575" y="3858"/>
                  </a:lnTo>
                  <a:lnTo>
                    <a:pt x="1957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8"/>
            <p:cNvSpPr/>
            <p:nvPr/>
          </p:nvSpPr>
          <p:spPr>
            <a:xfrm>
              <a:off x="3806725" y="2521875"/>
              <a:ext cx="488775" cy="95875"/>
            </a:xfrm>
            <a:custGeom>
              <a:rect b="b" l="l" r="r" t="t"/>
              <a:pathLst>
                <a:path extrusionOk="0" h="3835" w="19551">
                  <a:moveTo>
                    <a:pt x="0" y="0"/>
                  </a:moveTo>
                  <a:lnTo>
                    <a:pt x="0" y="3834"/>
                  </a:lnTo>
                  <a:lnTo>
                    <a:pt x="19550" y="3834"/>
                  </a:lnTo>
                  <a:lnTo>
                    <a:pt x="19550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8"/>
            <p:cNvSpPr/>
            <p:nvPr/>
          </p:nvSpPr>
          <p:spPr>
            <a:xfrm>
              <a:off x="3707000" y="2425725"/>
              <a:ext cx="684625" cy="96175"/>
            </a:xfrm>
            <a:custGeom>
              <a:rect b="b" l="l" r="r" t="t"/>
              <a:pathLst>
                <a:path extrusionOk="0" h="3847" w="27385">
                  <a:moveTo>
                    <a:pt x="0" y="1"/>
                  </a:moveTo>
                  <a:lnTo>
                    <a:pt x="0" y="3846"/>
                  </a:lnTo>
                  <a:lnTo>
                    <a:pt x="27385" y="3846"/>
                  </a:lnTo>
                  <a:lnTo>
                    <a:pt x="273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8"/>
            <p:cNvSpPr/>
            <p:nvPr/>
          </p:nvSpPr>
          <p:spPr>
            <a:xfrm>
              <a:off x="3707000" y="2329275"/>
              <a:ext cx="684625" cy="96475"/>
            </a:xfrm>
            <a:custGeom>
              <a:rect b="b" l="l" r="r" t="t"/>
              <a:pathLst>
                <a:path extrusionOk="0" h="3859" w="27385">
                  <a:moveTo>
                    <a:pt x="0" y="1"/>
                  </a:moveTo>
                  <a:lnTo>
                    <a:pt x="0" y="3859"/>
                  </a:lnTo>
                  <a:lnTo>
                    <a:pt x="27385" y="3859"/>
                  </a:lnTo>
                  <a:lnTo>
                    <a:pt x="2738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8"/>
            <p:cNvSpPr/>
            <p:nvPr/>
          </p:nvSpPr>
          <p:spPr>
            <a:xfrm>
              <a:off x="3707000" y="2233450"/>
              <a:ext cx="391150" cy="95850"/>
            </a:xfrm>
            <a:custGeom>
              <a:rect b="b" l="l" r="r" t="t"/>
              <a:pathLst>
                <a:path extrusionOk="0" h="3834" w="15646">
                  <a:moveTo>
                    <a:pt x="0" y="0"/>
                  </a:moveTo>
                  <a:lnTo>
                    <a:pt x="0" y="3834"/>
                  </a:lnTo>
                  <a:lnTo>
                    <a:pt x="15645" y="3834"/>
                  </a:lnTo>
                  <a:lnTo>
                    <a:pt x="1564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58"/>
            <p:cNvSpPr/>
            <p:nvPr/>
          </p:nvSpPr>
          <p:spPr>
            <a:xfrm>
              <a:off x="3806725" y="2137000"/>
              <a:ext cx="193775" cy="95875"/>
            </a:xfrm>
            <a:custGeom>
              <a:rect b="b" l="l" r="r" t="t"/>
              <a:pathLst>
                <a:path extrusionOk="0" h="3835" w="7751">
                  <a:moveTo>
                    <a:pt x="0" y="0"/>
                  </a:moveTo>
                  <a:lnTo>
                    <a:pt x="0" y="3834"/>
                  </a:lnTo>
                  <a:lnTo>
                    <a:pt x="7751" y="3834"/>
                  </a:lnTo>
                  <a:lnTo>
                    <a:pt x="775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8"/>
            <p:cNvSpPr/>
            <p:nvPr/>
          </p:nvSpPr>
          <p:spPr>
            <a:xfrm>
              <a:off x="4192475" y="2233450"/>
              <a:ext cx="391450" cy="95850"/>
            </a:xfrm>
            <a:custGeom>
              <a:rect b="b" l="l" r="r" t="t"/>
              <a:pathLst>
                <a:path extrusionOk="0" h="3834" w="15658">
                  <a:moveTo>
                    <a:pt x="1" y="0"/>
                  </a:moveTo>
                  <a:lnTo>
                    <a:pt x="1" y="3834"/>
                  </a:lnTo>
                  <a:lnTo>
                    <a:pt x="15657" y="3834"/>
                  </a:lnTo>
                  <a:lnTo>
                    <a:pt x="15657" y="3536"/>
                  </a:lnTo>
                  <a:lnTo>
                    <a:pt x="15657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8"/>
            <p:cNvSpPr/>
            <p:nvPr/>
          </p:nvSpPr>
          <p:spPr>
            <a:xfrm>
              <a:off x="4292200" y="2137000"/>
              <a:ext cx="193800" cy="95875"/>
            </a:xfrm>
            <a:custGeom>
              <a:rect b="b" l="l" r="r" t="t"/>
              <a:pathLst>
                <a:path extrusionOk="0" h="3835" w="7752">
                  <a:moveTo>
                    <a:pt x="0" y="0"/>
                  </a:moveTo>
                  <a:lnTo>
                    <a:pt x="0" y="3834"/>
                  </a:lnTo>
                  <a:lnTo>
                    <a:pt x="7751" y="3834"/>
                  </a:lnTo>
                  <a:lnTo>
                    <a:pt x="7751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9" name="Google Shape;1529;p58"/>
          <p:cNvSpPr/>
          <p:nvPr/>
        </p:nvSpPr>
        <p:spPr>
          <a:xfrm>
            <a:off x="7974588" y="3649391"/>
            <a:ext cx="340186" cy="300545"/>
          </a:xfrm>
          <a:custGeom>
            <a:rect b="b" l="l" r="r" t="t"/>
            <a:pathLst>
              <a:path extrusionOk="0" h="17074" w="19326">
                <a:moveTo>
                  <a:pt x="14226" y="1132"/>
                </a:moveTo>
                <a:cubicBezTo>
                  <a:pt x="15314" y="1132"/>
                  <a:pt x="16352" y="1605"/>
                  <a:pt x="17070" y="2425"/>
                </a:cubicBezTo>
                <a:cubicBezTo>
                  <a:pt x="17798" y="3252"/>
                  <a:pt x="18196" y="4366"/>
                  <a:pt x="18196" y="5568"/>
                </a:cubicBezTo>
                <a:cubicBezTo>
                  <a:pt x="18193" y="8476"/>
                  <a:pt x="15599" y="10686"/>
                  <a:pt x="11671" y="14032"/>
                </a:cubicBezTo>
                <a:cubicBezTo>
                  <a:pt x="11025" y="14581"/>
                  <a:pt x="10364" y="15146"/>
                  <a:pt x="9663" y="15756"/>
                </a:cubicBezTo>
                <a:cubicBezTo>
                  <a:pt x="8963" y="15146"/>
                  <a:pt x="8301" y="14581"/>
                  <a:pt x="7655" y="14032"/>
                </a:cubicBezTo>
                <a:cubicBezTo>
                  <a:pt x="3727" y="10686"/>
                  <a:pt x="1133" y="8476"/>
                  <a:pt x="1133" y="5568"/>
                </a:cubicBezTo>
                <a:cubicBezTo>
                  <a:pt x="1133" y="4366"/>
                  <a:pt x="1535" y="3252"/>
                  <a:pt x="2259" y="2425"/>
                </a:cubicBezTo>
                <a:cubicBezTo>
                  <a:pt x="2977" y="1605"/>
                  <a:pt x="4015" y="1132"/>
                  <a:pt x="5103" y="1132"/>
                </a:cubicBezTo>
                <a:cubicBezTo>
                  <a:pt x="5113" y="1132"/>
                  <a:pt x="5124" y="1132"/>
                  <a:pt x="5134" y="1132"/>
                </a:cubicBezTo>
                <a:cubicBezTo>
                  <a:pt x="6686" y="1132"/>
                  <a:pt x="7691" y="2090"/>
                  <a:pt x="8259" y="2890"/>
                </a:cubicBezTo>
                <a:cubicBezTo>
                  <a:pt x="8631" y="3421"/>
                  <a:pt x="8920" y="4001"/>
                  <a:pt x="9126" y="4614"/>
                </a:cubicBezTo>
                <a:cubicBezTo>
                  <a:pt x="9212" y="4875"/>
                  <a:pt x="9438" y="5006"/>
                  <a:pt x="9665" y="5006"/>
                </a:cubicBezTo>
                <a:cubicBezTo>
                  <a:pt x="9891" y="5006"/>
                  <a:pt x="10118" y="4875"/>
                  <a:pt x="10204" y="4614"/>
                </a:cubicBezTo>
                <a:cubicBezTo>
                  <a:pt x="10409" y="4001"/>
                  <a:pt x="10699" y="3421"/>
                  <a:pt x="11070" y="2890"/>
                </a:cubicBezTo>
                <a:cubicBezTo>
                  <a:pt x="11641" y="2090"/>
                  <a:pt x="12643" y="1132"/>
                  <a:pt x="14195" y="1132"/>
                </a:cubicBezTo>
                <a:cubicBezTo>
                  <a:pt x="14206" y="1132"/>
                  <a:pt x="14216" y="1132"/>
                  <a:pt x="14226" y="1132"/>
                </a:cubicBezTo>
                <a:close/>
                <a:moveTo>
                  <a:pt x="5103" y="0"/>
                </a:moveTo>
                <a:cubicBezTo>
                  <a:pt x="3689" y="0"/>
                  <a:pt x="2343" y="612"/>
                  <a:pt x="1411" y="1676"/>
                </a:cubicBezTo>
                <a:cubicBezTo>
                  <a:pt x="502" y="2709"/>
                  <a:pt x="1" y="4092"/>
                  <a:pt x="1" y="5568"/>
                </a:cubicBezTo>
                <a:cubicBezTo>
                  <a:pt x="1" y="7174"/>
                  <a:pt x="629" y="8672"/>
                  <a:pt x="1976" y="10275"/>
                </a:cubicBezTo>
                <a:cubicBezTo>
                  <a:pt x="3180" y="11710"/>
                  <a:pt x="4914" y="13183"/>
                  <a:pt x="6922" y="14895"/>
                </a:cubicBezTo>
                <a:cubicBezTo>
                  <a:pt x="7670" y="15532"/>
                  <a:pt x="8443" y="16191"/>
                  <a:pt x="9265" y="16909"/>
                </a:cubicBezTo>
                <a:lnTo>
                  <a:pt x="9292" y="16933"/>
                </a:lnTo>
                <a:cubicBezTo>
                  <a:pt x="9397" y="17027"/>
                  <a:pt x="9530" y="17074"/>
                  <a:pt x="9664" y="17074"/>
                </a:cubicBezTo>
                <a:cubicBezTo>
                  <a:pt x="9797" y="17074"/>
                  <a:pt x="9930" y="17027"/>
                  <a:pt x="10038" y="16933"/>
                </a:cubicBezTo>
                <a:lnTo>
                  <a:pt x="10062" y="16909"/>
                </a:lnTo>
                <a:cubicBezTo>
                  <a:pt x="10883" y="16191"/>
                  <a:pt x="11659" y="15532"/>
                  <a:pt x="12405" y="14895"/>
                </a:cubicBezTo>
                <a:cubicBezTo>
                  <a:pt x="14413" y="13183"/>
                  <a:pt x="16146" y="11707"/>
                  <a:pt x="17351" y="10275"/>
                </a:cubicBezTo>
                <a:cubicBezTo>
                  <a:pt x="18697" y="8672"/>
                  <a:pt x="19325" y="7174"/>
                  <a:pt x="19325" y="5568"/>
                </a:cubicBezTo>
                <a:cubicBezTo>
                  <a:pt x="19325" y="4092"/>
                  <a:pt x="18824" y="2709"/>
                  <a:pt x="17915" y="1676"/>
                </a:cubicBezTo>
                <a:cubicBezTo>
                  <a:pt x="16983" y="612"/>
                  <a:pt x="15637" y="0"/>
                  <a:pt x="14224" y="0"/>
                </a:cubicBezTo>
                <a:cubicBezTo>
                  <a:pt x="14213" y="0"/>
                  <a:pt x="14203" y="0"/>
                  <a:pt x="14192" y="0"/>
                </a:cubicBezTo>
                <a:cubicBezTo>
                  <a:pt x="12157" y="0"/>
                  <a:pt x="10868" y="1217"/>
                  <a:pt x="10143" y="2238"/>
                </a:cubicBezTo>
                <a:cubicBezTo>
                  <a:pt x="9968" y="2485"/>
                  <a:pt x="9808" y="2748"/>
                  <a:pt x="9663" y="3017"/>
                </a:cubicBezTo>
                <a:cubicBezTo>
                  <a:pt x="9518" y="2748"/>
                  <a:pt x="9358" y="2485"/>
                  <a:pt x="9183" y="2238"/>
                </a:cubicBezTo>
                <a:cubicBezTo>
                  <a:pt x="8458" y="1217"/>
                  <a:pt x="7169" y="0"/>
                  <a:pt x="5134" y="0"/>
                </a:cubicBezTo>
                <a:cubicBezTo>
                  <a:pt x="5124" y="0"/>
                  <a:pt x="5113" y="0"/>
                  <a:pt x="51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530" name="Google Shape;1530;p58"/>
          <p:cNvGrpSpPr/>
          <p:nvPr/>
        </p:nvGrpSpPr>
        <p:grpSpPr>
          <a:xfrm>
            <a:off x="1172415" y="1024911"/>
            <a:ext cx="342087" cy="340186"/>
            <a:chOff x="1487200" y="3210375"/>
            <a:chExt cx="485850" cy="483150"/>
          </a:xfrm>
        </p:grpSpPr>
        <p:sp>
          <p:nvSpPr>
            <p:cNvPr id="1531" name="Google Shape;1531;p58"/>
            <p:cNvSpPr/>
            <p:nvPr/>
          </p:nvSpPr>
          <p:spPr>
            <a:xfrm>
              <a:off x="1712075" y="3294975"/>
              <a:ext cx="146750" cy="141525"/>
            </a:xfrm>
            <a:custGeom>
              <a:rect b="b" l="l" r="r" t="t"/>
              <a:pathLst>
                <a:path extrusionOk="0" h="5661" w="587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8"/>
                    <a:pt x="3327" y="2526"/>
                    <a:pt x="3436" y="2580"/>
                  </a:cubicBezTo>
                  <a:lnTo>
                    <a:pt x="3931" y="2831"/>
                  </a:lnTo>
                  <a:lnTo>
                    <a:pt x="3436" y="3079"/>
                  </a:lnTo>
                  <a:cubicBezTo>
                    <a:pt x="3327" y="3133"/>
                    <a:pt x="3237" y="3220"/>
                    <a:pt x="3183" y="3332"/>
                  </a:cubicBezTo>
                  <a:lnTo>
                    <a:pt x="2935" y="3827"/>
                  </a:lnTo>
                  <a:lnTo>
                    <a:pt x="2684" y="3332"/>
                  </a:lnTo>
                  <a:cubicBezTo>
                    <a:pt x="2630" y="3220"/>
                    <a:pt x="2542" y="3133"/>
                    <a:pt x="2431" y="3079"/>
                  </a:cubicBezTo>
                  <a:lnTo>
                    <a:pt x="1936" y="2831"/>
                  </a:lnTo>
                  <a:lnTo>
                    <a:pt x="2431" y="2580"/>
                  </a:lnTo>
                  <a:cubicBezTo>
                    <a:pt x="2542" y="2526"/>
                    <a:pt x="2630" y="2438"/>
                    <a:pt x="2684" y="2327"/>
                  </a:cubicBezTo>
                  <a:lnTo>
                    <a:pt x="2935" y="1832"/>
                  </a:lnTo>
                  <a:close/>
                  <a:moveTo>
                    <a:pt x="2933" y="0"/>
                  </a:moveTo>
                  <a:cubicBezTo>
                    <a:pt x="2733" y="0"/>
                    <a:pt x="2532" y="104"/>
                    <a:pt x="2428" y="313"/>
                  </a:cubicBezTo>
                  <a:lnTo>
                    <a:pt x="1757" y="1653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7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3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6"/>
                  </a:lnTo>
                  <a:lnTo>
                    <a:pt x="5453" y="3335"/>
                  </a:lnTo>
                  <a:cubicBezTo>
                    <a:pt x="5870" y="3127"/>
                    <a:pt x="5870" y="2532"/>
                    <a:pt x="5453" y="2324"/>
                  </a:cubicBezTo>
                  <a:lnTo>
                    <a:pt x="4110" y="1653"/>
                  </a:lnTo>
                  <a:lnTo>
                    <a:pt x="3439" y="313"/>
                  </a:lnTo>
                  <a:cubicBezTo>
                    <a:pt x="3335" y="104"/>
                    <a:pt x="3134" y="0"/>
                    <a:pt x="29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32" name="Google Shape;1532;p58"/>
            <p:cNvSpPr/>
            <p:nvPr/>
          </p:nvSpPr>
          <p:spPr>
            <a:xfrm>
              <a:off x="1825300" y="3408200"/>
              <a:ext cx="147750" cy="141550"/>
            </a:xfrm>
            <a:custGeom>
              <a:rect b="b" l="l" r="r" t="t"/>
              <a:pathLst>
                <a:path extrusionOk="0" h="5662" w="5910">
                  <a:moveTo>
                    <a:pt x="2935" y="1832"/>
                  </a:moveTo>
                  <a:lnTo>
                    <a:pt x="3183" y="2327"/>
                  </a:lnTo>
                  <a:cubicBezTo>
                    <a:pt x="3237" y="2439"/>
                    <a:pt x="3328" y="2529"/>
                    <a:pt x="3442" y="2584"/>
                  </a:cubicBezTo>
                  <a:lnTo>
                    <a:pt x="3944" y="2831"/>
                  </a:lnTo>
                  <a:lnTo>
                    <a:pt x="3442" y="3076"/>
                  </a:lnTo>
                  <a:cubicBezTo>
                    <a:pt x="3328" y="3130"/>
                    <a:pt x="3237" y="3221"/>
                    <a:pt x="3183" y="3332"/>
                  </a:cubicBezTo>
                  <a:lnTo>
                    <a:pt x="2935" y="3828"/>
                  </a:lnTo>
                  <a:lnTo>
                    <a:pt x="2685" y="3332"/>
                  </a:lnTo>
                  <a:cubicBezTo>
                    <a:pt x="2630" y="3221"/>
                    <a:pt x="2543" y="3133"/>
                    <a:pt x="2434" y="3079"/>
                  </a:cubicBezTo>
                  <a:lnTo>
                    <a:pt x="1936" y="2831"/>
                  </a:lnTo>
                  <a:lnTo>
                    <a:pt x="2434" y="2581"/>
                  </a:lnTo>
                  <a:cubicBezTo>
                    <a:pt x="2543" y="2526"/>
                    <a:pt x="2630" y="2439"/>
                    <a:pt x="2685" y="2327"/>
                  </a:cubicBezTo>
                  <a:lnTo>
                    <a:pt x="2935" y="1832"/>
                  </a:lnTo>
                  <a:close/>
                  <a:moveTo>
                    <a:pt x="2934" y="0"/>
                  </a:moveTo>
                  <a:cubicBezTo>
                    <a:pt x="2733" y="0"/>
                    <a:pt x="2532" y="105"/>
                    <a:pt x="2428" y="313"/>
                  </a:cubicBezTo>
                  <a:lnTo>
                    <a:pt x="1758" y="1654"/>
                  </a:lnTo>
                  <a:lnTo>
                    <a:pt x="417" y="2324"/>
                  </a:lnTo>
                  <a:cubicBezTo>
                    <a:pt x="0" y="2532"/>
                    <a:pt x="0" y="3127"/>
                    <a:pt x="417" y="3335"/>
                  </a:cubicBezTo>
                  <a:lnTo>
                    <a:pt x="1758" y="4006"/>
                  </a:lnTo>
                  <a:lnTo>
                    <a:pt x="2428" y="5346"/>
                  </a:lnTo>
                  <a:cubicBezTo>
                    <a:pt x="2532" y="5556"/>
                    <a:pt x="2733" y="5661"/>
                    <a:pt x="2934" y="5661"/>
                  </a:cubicBezTo>
                  <a:cubicBezTo>
                    <a:pt x="3134" y="5661"/>
                    <a:pt x="3335" y="5556"/>
                    <a:pt x="3439" y="5346"/>
                  </a:cubicBezTo>
                  <a:lnTo>
                    <a:pt x="4110" y="4009"/>
                  </a:lnTo>
                  <a:lnTo>
                    <a:pt x="5484" y="3338"/>
                  </a:lnTo>
                  <a:cubicBezTo>
                    <a:pt x="5909" y="3133"/>
                    <a:pt x="5909" y="2526"/>
                    <a:pt x="5484" y="2321"/>
                  </a:cubicBezTo>
                  <a:lnTo>
                    <a:pt x="4110" y="1651"/>
                  </a:lnTo>
                  <a:lnTo>
                    <a:pt x="3439" y="313"/>
                  </a:lnTo>
                  <a:cubicBezTo>
                    <a:pt x="3335" y="105"/>
                    <a:pt x="3134" y="0"/>
                    <a:pt x="29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33" name="Google Shape;1533;p58"/>
            <p:cNvSpPr/>
            <p:nvPr/>
          </p:nvSpPr>
          <p:spPr>
            <a:xfrm>
              <a:off x="1487200" y="3210375"/>
              <a:ext cx="410350" cy="483150"/>
            </a:xfrm>
            <a:custGeom>
              <a:rect b="b" l="l" r="r" t="t"/>
              <a:pathLst>
                <a:path extrusionOk="0" h="19326" w="16414">
                  <a:moveTo>
                    <a:pt x="9662" y="1133"/>
                  </a:moveTo>
                  <a:cubicBezTo>
                    <a:pt x="9744" y="1133"/>
                    <a:pt x="9825" y="1133"/>
                    <a:pt x="9910" y="1136"/>
                  </a:cubicBezTo>
                  <a:cubicBezTo>
                    <a:pt x="7953" y="2866"/>
                    <a:pt x="6830" y="5351"/>
                    <a:pt x="6833" y="7966"/>
                  </a:cubicBezTo>
                  <a:cubicBezTo>
                    <a:pt x="6833" y="12311"/>
                    <a:pt x="9907" y="16049"/>
                    <a:pt x="14170" y="16889"/>
                  </a:cubicBezTo>
                  <a:cubicBezTo>
                    <a:pt x="12821" y="17740"/>
                    <a:pt x="11260" y="18193"/>
                    <a:pt x="9662" y="18193"/>
                  </a:cubicBezTo>
                  <a:cubicBezTo>
                    <a:pt x="4958" y="18193"/>
                    <a:pt x="1132" y="14368"/>
                    <a:pt x="1132" y="9663"/>
                  </a:cubicBezTo>
                  <a:cubicBezTo>
                    <a:pt x="1132" y="4959"/>
                    <a:pt x="4958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093" y="1"/>
                    <a:pt x="4668" y="1009"/>
                    <a:pt x="2838" y="2839"/>
                  </a:cubicBezTo>
                  <a:cubicBezTo>
                    <a:pt x="1009" y="4669"/>
                    <a:pt x="0" y="7094"/>
                    <a:pt x="0" y="9663"/>
                  </a:cubicBezTo>
                  <a:cubicBezTo>
                    <a:pt x="0" y="12233"/>
                    <a:pt x="1009" y="14657"/>
                    <a:pt x="2838" y="16487"/>
                  </a:cubicBezTo>
                  <a:cubicBezTo>
                    <a:pt x="4668" y="18317"/>
                    <a:pt x="7090" y="19325"/>
                    <a:pt x="9662" y="19325"/>
                  </a:cubicBezTo>
                  <a:cubicBezTo>
                    <a:pt x="12008" y="19322"/>
                    <a:pt x="14273" y="18462"/>
                    <a:pt x="16027" y="16907"/>
                  </a:cubicBezTo>
                  <a:cubicBezTo>
                    <a:pt x="16414" y="16566"/>
                    <a:pt x="16181" y="15932"/>
                    <a:pt x="15668" y="15916"/>
                  </a:cubicBezTo>
                  <a:cubicBezTo>
                    <a:pt x="11420" y="15799"/>
                    <a:pt x="7965" y="12233"/>
                    <a:pt x="7965" y="7966"/>
                  </a:cubicBezTo>
                  <a:cubicBezTo>
                    <a:pt x="7965" y="5243"/>
                    <a:pt x="9391" y="2658"/>
                    <a:pt x="11688" y="1215"/>
                  </a:cubicBezTo>
                  <a:cubicBezTo>
                    <a:pt x="12123" y="943"/>
                    <a:pt x="11999" y="276"/>
                    <a:pt x="11495" y="179"/>
                  </a:cubicBezTo>
                  <a:cubicBezTo>
                    <a:pt x="10891" y="61"/>
                    <a:pt x="10278" y="4"/>
                    <a:pt x="96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534" name="Google Shape;1534;p58"/>
          <p:cNvSpPr/>
          <p:nvPr/>
        </p:nvSpPr>
        <p:spPr>
          <a:xfrm>
            <a:off x="4708996" y="3706141"/>
            <a:ext cx="345977" cy="321175"/>
          </a:xfrm>
          <a:custGeom>
            <a:rect b="b" l="l" r="r" t="t"/>
            <a:pathLst>
              <a:path extrusionOk="0" h="18246" w="19655">
                <a:moveTo>
                  <a:pt x="9829" y="1835"/>
                </a:moveTo>
                <a:lnTo>
                  <a:pt x="12133" y="6452"/>
                </a:lnTo>
                <a:cubicBezTo>
                  <a:pt x="12218" y="6618"/>
                  <a:pt x="12375" y="6733"/>
                  <a:pt x="12559" y="6760"/>
                </a:cubicBezTo>
                <a:lnTo>
                  <a:pt x="17698" y="7500"/>
                </a:lnTo>
                <a:lnTo>
                  <a:pt x="13984" y="11078"/>
                </a:lnTo>
                <a:cubicBezTo>
                  <a:pt x="13848" y="11211"/>
                  <a:pt x="13788" y="11398"/>
                  <a:pt x="13821" y="11582"/>
                </a:cubicBezTo>
                <a:lnTo>
                  <a:pt x="14700" y="16646"/>
                </a:lnTo>
                <a:lnTo>
                  <a:pt x="10092" y="14251"/>
                </a:lnTo>
                <a:cubicBezTo>
                  <a:pt x="10009" y="14209"/>
                  <a:pt x="9919" y="14188"/>
                  <a:pt x="9830" y="14188"/>
                </a:cubicBezTo>
                <a:cubicBezTo>
                  <a:pt x="9740" y="14188"/>
                  <a:pt x="9651" y="14209"/>
                  <a:pt x="9570" y="14251"/>
                </a:cubicBezTo>
                <a:lnTo>
                  <a:pt x="4962" y="16646"/>
                </a:lnTo>
                <a:lnTo>
                  <a:pt x="5838" y="11582"/>
                </a:lnTo>
                <a:cubicBezTo>
                  <a:pt x="5871" y="11398"/>
                  <a:pt x="5810" y="11208"/>
                  <a:pt x="5674" y="11078"/>
                </a:cubicBezTo>
                <a:lnTo>
                  <a:pt x="1961" y="7500"/>
                </a:lnTo>
                <a:lnTo>
                  <a:pt x="7100" y="6760"/>
                </a:lnTo>
                <a:cubicBezTo>
                  <a:pt x="7284" y="6733"/>
                  <a:pt x="7441" y="6618"/>
                  <a:pt x="7525" y="6452"/>
                </a:cubicBezTo>
                <a:lnTo>
                  <a:pt x="9829" y="1835"/>
                </a:lnTo>
                <a:close/>
                <a:moveTo>
                  <a:pt x="9828" y="1"/>
                </a:moveTo>
                <a:cubicBezTo>
                  <a:pt x="9627" y="1"/>
                  <a:pt x="9426" y="105"/>
                  <a:pt x="9322" y="313"/>
                </a:cubicBezTo>
                <a:lnTo>
                  <a:pt x="6641" y="5682"/>
                </a:lnTo>
                <a:lnTo>
                  <a:pt x="653" y="6543"/>
                </a:lnTo>
                <a:cubicBezTo>
                  <a:pt x="188" y="6609"/>
                  <a:pt x="1" y="7183"/>
                  <a:pt x="339" y="7509"/>
                </a:cubicBezTo>
                <a:lnTo>
                  <a:pt x="4672" y="11685"/>
                </a:lnTo>
                <a:lnTo>
                  <a:pt x="3648" y="17579"/>
                </a:lnTo>
                <a:cubicBezTo>
                  <a:pt x="3584" y="17947"/>
                  <a:pt x="3875" y="18245"/>
                  <a:pt x="4207" y="18245"/>
                </a:cubicBezTo>
                <a:cubicBezTo>
                  <a:pt x="4293" y="18245"/>
                  <a:pt x="4383" y="18225"/>
                  <a:pt x="4470" y="18180"/>
                </a:cubicBezTo>
                <a:lnTo>
                  <a:pt x="9829" y="15393"/>
                </a:lnTo>
                <a:lnTo>
                  <a:pt x="15189" y="18180"/>
                </a:lnTo>
                <a:cubicBezTo>
                  <a:pt x="15275" y="18225"/>
                  <a:pt x="15365" y="18245"/>
                  <a:pt x="15452" y="18245"/>
                </a:cubicBezTo>
                <a:cubicBezTo>
                  <a:pt x="15782" y="18245"/>
                  <a:pt x="16072" y="17948"/>
                  <a:pt x="16007" y="17582"/>
                </a:cubicBezTo>
                <a:lnTo>
                  <a:pt x="14986" y="11685"/>
                </a:lnTo>
                <a:lnTo>
                  <a:pt x="19316" y="7512"/>
                </a:lnTo>
                <a:cubicBezTo>
                  <a:pt x="19655" y="7183"/>
                  <a:pt x="19470" y="6609"/>
                  <a:pt x="19005" y="6543"/>
                </a:cubicBezTo>
                <a:lnTo>
                  <a:pt x="13015" y="5682"/>
                </a:lnTo>
                <a:lnTo>
                  <a:pt x="10333" y="313"/>
                </a:lnTo>
                <a:cubicBezTo>
                  <a:pt x="10229" y="105"/>
                  <a:pt x="10029" y="1"/>
                  <a:pt x="982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1535" name="Google Shape;1535;p58"/>
          <p:cNvGrpSpPr/>
          <p:nvPr/>
        </p:nvGrpSpPr>
        <p:grpSpPr>
          <a:xfrm>
            <a:off x="664623" y="2489293"/>
            <a:ext cx="507810" cy="441898"/>
            <a:chOff x="889275" y="861850"/>
            <a:chExt cx="487950" cy="424575"/>
          </a:xfrm>
        </p:grpSpPr>
        <p:sp>
          <p:nvSpPr>
            <p:cNvPr id="1536" name="Google Shape;1536;p58"/>
            <p:cNvSpPr/>
            <p:nvPr/>
          </p:nvSpPr>
          <p:spPr>
            <a:xfrm>
              <a:off x="1319225" y="1031700"/>
              <a:ext cx="56650" cy="28325"/>
            </a:xfrm>
            <a:custGeom>
              <a:rect b="b" l="l" r="r" t="t"/>
              <a:pathLst>
                <a:path extrusionOk="0" h="1133" w="2266">
                  <a:moveTo>
                    <a:pt x="569" y="1"/>
                  </a:moveTo>
                  <a:cubicBezTo>
                    <a:pt x="255" y="1"/>
                    <a:pt x="1" y="251"/>
                    <a:pt x="1" y="565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5"/>
                  </a:cubicBezTo>
                  <a:cubicBezTo>
                    <a:pt x="2265" y="251"/>
                    <a:pt x="2012" y="1"/>
                    <a:pt x="17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37" name="Google Shape;1537;p58"/>
            <p:cNvSpPr/>
            <p:nvPr/>
          </p:nvSpPr>
          <p:spPr>
            <a:xfrm>
              <a:off x="1314475" y="946725"/>
              <a:ext cx="62750" cy="56700"/>
            </a:xfrm>
            <a:custGeom>
              <a:rect b="b" l="l" r="r" t="t"/>
              <a:pathLst>
                <a:path extrusionOk="0" h="2268" w="2510">
                  <a:moveTo>
                    <a:pt x="1889" y="0"/>
                  </a:moveTo>
                  <a:cubicBezTo>
                    <a:pt x="1744" y="0"/>
                    <a:pt x="1599" y="55"/>
                    <a:pt x="1489" y="166"/>
                  </a:cubicBezTo>
                  <a:lnTo>
                    <a:pt x="357" y="1298"/>
                  </a:lnTo>
                  <a:cubicBezTo>
                    <a:pt x="1" y="1657"/>
                    <a:pt x="251" y="2267"/>
                    <a:pt x="759" y="2267"/>
                  </a:cubicBezTo>
                  <a:cubicBezTo>
                    <a:pt x="906" y="2267"/>
                    <a:pt x="1051" y="2207"/>
                    <a:pt x="1157" y="2101"/>
                  </a:cubicBezTo>
                  <a:lnTo>
                    <a:pt x="2289" y="969"/>
                  </a:lnTo>
                  <a:cubicBezTo>
                    <a:pt x="2510" y="745"/>
                    <a:pt x="2510" y="389"/>
                    <a:pt x="2289" y="166"/>
                  </a:cubicBezTo>
                  <a:cubicBezTo>
                    <a:pt x="2179" y="55"/>
                    <a:pt x="2034" y="0"/>
                    <a:pt x="18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38" name="Google Shape;1538;p58"/>
            <p:cNvSpPr/>
            <p:nvPr/>
          </p:nvSpPr>
          <p:spPr>
            <a:xfrm>
              <a:off x="1317875" y="1088250"/>
              <a:ext cx="59350" cy="56675"/>
            </a:xfrm>
            <a:custGeom>
              <a:rect b="b" l="l" r="r" t="t"/>
              <a:pathLst>
                <a:path extrusionOk="0" h="2267" w="2374">
                  <a:moveTo>
                    <a:pt x="621" y="1"/>
                  </a:moveTo>
                  <a:cubicBezTo>
                    <a:pt x="476" y="1"/>
                    <a:pt x="331" y="56"/>
                    <a:pt x="221" y="166"/>
                  </a:cubicBezTo>
                  <a:cubicBezTo>
                    <a:pt x="1" y="390"/>
                    <a:pt x="1" y="746"/>
                    <a:pt x="221" y="969"/>
                  </a:cubicBezTo>
                  <a:lnTo>
                    <a:pt x="1353" y="2102"/>
                  </a:lnTo>
                  <a:cubicBezTo>
                    <a:pt x="1463" y="2212"/>
                    <a:pt x="1608" y="2267"/>
                    <a:pt x="1753" y="2267"/>
                  </a:cubicBezTo>
                  <a:cubicBezTo>
                    <a:pt x="1898" y="2267"/>
                    <a:pt x="2043" y="2212"/>
                    <a:pt x="2153" y="2102"/>
                  </a:cubicBezTo>
                  <a:cubicBezTo>
                    <a:pt x="2374" y="1878"/>
                    <a:pt x="2374" y="1522"/>
                    <a:pt x="2153" y="1298"/>
                  </a:cubicBezTo>
                  <a:lnTo>
                    <a:pt x="1021" y="166"/>
                  </a:lnTo>
                  <a:cubicBezTo>
                    <a:pt x="911" y="56"/>
                    <a:pt x="766" y="1"/>
                    <a:pt x="6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39" name="Google Shape;1539;p58"/>
            <p:cNvSpPr/>
            <p:nvPr/>
          </p:nvSpPr>
          <p:spPr>
            <a:xfrm>
              <a:off x="889275" y="861850"/>
              <a:ext cx="400700" cy="424575"/>
            </a:xfrm>
            <a:custGeom>
              <a:rect b="b" l="l" r="r" t="t"/>
              <a:pathLst>
                <a:path extrusionOk="0" h="16983" w="16028">
                  <a:moveTo>
                    <a:pt x="4668" y="4530"/>
                  </a:moveTo>
                  <a:lnTo>
                    <a:pt x="4668" y="10191"/>
                  </a:lnTo>
                  <a:lnTo>
                    <a:pt x="4104" y="10191"/>
                  </a:lnTo>
                  <a:cubicBezTo>
                    <a:pt x="2539" y="10191"/>
                    <a:pt x="1271" y="8923"/>
                    <a:pt x="1271" y="7359"/>
                  </a:cubicBezTo>
                  <a:cubicBezTo>
                    <a:pt x="1271" y="5795"/>
                    <a:pt x="2539" y="4530"/>
                    <a:pt x="4104" y="4530"/>
                  </a:cubicBezTo>
                  <a:close/>
                  <a:moveTo>
                    <a:pt x="6972" y="4530"/>
                  </a:moveTo>
                  <a:lnTo>
                    <a:pt x="6972" y="10191"/>
                  </a:lnTo>
                  <a:lnTo>
                    <a:pt x="5800" y="10191"/>
                  </a:lnTo>
                  <a:lnTo>
                    <a:pt x="5800" y="4530"/>
                  </a:lnTo>
                  <a:close/>
                  <a:moveTo>
                    <a:pt x="12633" y="1565"/>
                  </a:moveTo>
                  <a:lnTo>
                    <a:pt x="12633" y="13153"/>
                  </a:lnTo>
                  <a:lnTo>
                    <a:pt x="8104" y="10436"/>
                  </a:lnTo>
                  <a:lnTo>
                    <a:pt x="8104" y="4282"/>
                  </a:lnTo>
                  <a:lnTo>
                    <a:pt x="12633" y="1565"/>
                  </a:lnTo>
                  <a:close/>
                  <a:moveTo>
                    <a:pt x="14330" y="1133"/>
                  </a:moveTo>
                  <a:cubicBezTo>
                    <a:pt x="14644" y="1133"/>
                    <a:pt x="14898" y="1384"/>
                    <a:pt x="14898" y="1698"/>
                  </a:cubicBezTo>
                  <a:lnTo>
                    <a:pt x="14898" y="13021"/>
                  </a:lnTo>
                  <a:cubicBezTo>
                    <a:pt x="14898" y="13335"/>
                    <a:pt x="14644" y="13588"/>
                    <a:pt x="14330" y="13588"/>
                  </a:cubicBezTo>
                  <a:lnTo>
                    <a:pt x="13766" y="13588"/>
                  </a:lnTo>
                  <a:lnTo>
                    <a:pt x="13766" y="1133"/>
                  </a:lnTo>
                  <a:close/>
                  <a:moveTo>
                    <a:pt x="5800" y="11324"/>
                  </a:moveTo>
                  <a:lnTo>
                    <a:pt x="5800" y="15285"/>
                  </a:lnTo>
                  <a:cubicBezTo>
                    <a:pt x="5800" y="15599"/>
                    <a:pt x="5547" y="15850"/>
                    <a:pt x="5236" y="15850"/>
                  </a:cubicBezTo>
                  <a:cubicBezTo>
                    <a:pt x="4922" y="15850"/>
                    <a:pt x="4668" y="15599"/>
                    <a:pt x="4668" y="15285"/>
                  </a:cubicBezTo>
                  <a:lnTo>
                    <a:pt x="4668" y="11324"/>
                  </a:lnTo>
                  <a:close/>
                  <a:moveTo>
                    <a:pt x="13132" y="1"/>
                  </a:moveTo>
                  <a:lnTo>
                    <a:pt x="13098" y="7"/>
                  </a:lnTo>
                  <a:lnTo>
                    <a:pt x="13074" y="10"/>
                  </a:lnTo>
                  <a:cubicBezTo>
                    <a:pt x="13065" y="10"/>
                    <a:pt x="13056" y="16"/>
                    <a:pt x="13047" y="19"/>
                  </a:cubicBezTo>
                  <a:cubicBezTo>
                    <a:pt x="13038" y="22"/>
                    <a:pt x="13029" y="22"/>
                    <a:pt x="13020" y="25"/>
                  </a:cubicBezTo>
                  <a:lnTo>
                    <a:pt x="12996" y="34"/>
                  </a:lnTo>
                  <a:lnTo>
                    <a:pt x="12966" y="46"/>
                  </a:lnTo>
                  <a:lnTo>
                    <a:pt x="12947" y="58"/>
                  </a:lnTo>
                  <a:cubicBezTo>
                    <a:pt x="12935" y="61"/>
                    <a:pt x="12926" y="67"/>
                    <a:pt x="12917" y="73"/>
                  </a:cubicBezTo>
                  <a:lnTo>
                    <a:pt x="12908" y="79"/>
                  </a:lnTo>
                  <a:lnTo>
                    <a:pt x="7380" y="3398"/>
                  </a:lnTo>
                  <a:lnTo>
                    <a:pt x="4104" y="3398"/>
                  </a:lnTo>
                  <a:cubicBezTo>
                    <a:pt x="2023" y="3398"/>
                    <a:pt x="299" y="5001"/>
                    <a:pt x="151" y="7075"/>
                  </a:cubicBezTo>
                  <a:cubicBezTo>
                    <a:pt x="0" y="9150"/>
                    <a:pt x="1480" y="10986"/>
                    <a:pt x="3536" y="11281"/>
                  </a:cubicBezTo>
                  <a:lnTo>
                    <a:pt x="3536" y="15285"/>
                  </a:lnTo>
                  <a:cubicBezTo>
                    <a:pt x="3536" y="16224"/>
                    <a:pt x="4297" y="16982"/>
                    <a:pt x="5236" y="16982"/>
                  </a:cubicBezTo>
                  <a:cubicBezTo>
                    <a:pt x="6172" y="16982"/>
                    <a:pt x="6933" y="16224"/>
                    <a:pt x="6933" y="15285"/>
                  </a:cubicBezTo>
                  <a:lnTo>
                    <a:pt x="6933" y="11324"/>
                  </a:lnTo>
                  <a:lnTo>
                    <a:pt x="7380" y="11324"/>
                  </a:lnTo>
                  <a:lnTo>
                    <a:pt x="12908" y="14639"/>
                  </a:lnTo>
                  <a:cubicBezTo>
                    <a:pt x="12911" y="14642"/>
                    <a:pt x="12914" y="14642"/>
                    <a:pt x="12920" y="14645"/>
                  </a:cubicBezTo>
                  <a:lnTo>
                    <a:pt x="12935" y="14654"/>
                  </a:lnTo>
                  <a:cubicBezTo>
                    <a:pt x="12947" y="14660"/>
                    <a:pt x="12963" y="14666"/>
                    <a:pt x="12975" y="14672"/>
                  </a:cubicBezTo>
                  <a:lnTo>
                    <a:pt x="12984" y="14675"/>
                  </a:lnTo>
                  <a:cubicBezTo>
                    <a:pt x="12996" y="14681"/>
                    <a:pt x="13011" y="14687"/>
                    <a:pt x="13023" y="14690"/>
                  </a:cubicBezTo>
                  <a:lnTo>
                    <a:pt x="13038" y="14696"/>
                  </a:lnTo>
                  <a:cubicBezTo>
                    <a:pt x="13053" y="14699"/>
                    <a:pt x="13068" y="14702"/>
                    <a:pt x="13083" y="14708"/>
                  </a:cubicBezTo>
                  <a:cubicBezTo>
                    <a:pt x="13101" y="14712"/>
                    <a:pt x="13117" y="14715"/>
                    <a:pt x="13135" y="14715"/>
                  </a:cubicBezTo>
                  <a:lnTo>
                    <a:pt x="13144" y="14715"/>
                  </a:lnTo>
                  <a:cubicBezTo>
                    <a:pt x="13162" y="14715"/>
                    <a:pt x="13180" y="14718"/>
                    <a:pt x="13198" y="14718"/>
                  </a:cubicBezTo>
                  <a:lnTo>
                    <a:pt x="14330" y="14718"/>
                  </a:lnTo>
                  <a:cubicBezTo>
                    <a:pt x="15266" y="14718"/>
                    <a:pt x="16027" y="13957"/>
                    <a:pt x="16027" y="13021"/>
                  </a:cubicBezTo>
                  <a:lnTo>
                    <a:pt x="16027" y="1698"/>
                  </a:lnTo>
                  <a:cubicBezTo>
                    <a:pt x="16027" y="759"/>
                    <a:pt x="15266" y="1"/>
                    <a:pt x="14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59"/>
          <p:cNvSpPr txBox="1"/>
          <p:nvPr>
            <p:ph type="ctrTitle"/>
          </p:nvPr>
        </p:nvSpPr>
        <p:spPr>
          <a:xfrm>
            <a:off x="1142550" y="135575"/>
            <a:ext cx="6858900" cy="7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Credits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545" name="Google Shape;1545;p59"/>
          <p:cNvSpPr txBox="1"/>
          <p:nvPr>
            <p:ph idx="1" type="subTitle"/>
          </p:nvPr>
        </p:nvSpPr>
        <p:spPr>
          <a:xfrm>
            <a:off x="0" y="789425"/>
            <a:ext cx="9144000" cy="9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TEAM </a:t>
            </a:r>
            <a:r>
              <a:rPr b="1" lang="en" sz="1400">
                <a:solidFill>
                  <a:schemeClr val="dk2"/>
                </a:solidFill>
              </a:rPr>
              <a:t>P</a:t>
            </a:r>
            <a:r>
              <a:rPr b="1" lang="en" sz="1400">
                <a:solidFill>
                  <a:schemeClr val="dk2"/>
                </a:solidFill>
              </a:rPr>
              <a:t>ROJECT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Joelly Huin, Sylvie Zhang, Lisa Larive</a:t>
            </a:r>
            <a:endParaRPr sz="1400"/>
          </a:p>
        </p:txBody>
      </p:sp>
      <p:sp>
        <p:nvSpPr>
          <p:cNvPr id="1546" name="Google Shape;1546;p59"/>
          <p:cNvSpPr txBox="1"/>
          <p:nvPr/>
        </p:nvSpPr>
        <p:spPr>
          <a:xfrm>
            <a:off x="1235375" y="1641250"/>
            <a:ext cx="3324900" cy="25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Project Manager 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Visual Effects Editor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UX/UI Designers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Joystick, LCD 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Fullstack Devs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Asset Creator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Pygame Devs 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Flask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Data Base Manager</a:t>
            </a:r>
            <a:endParaRPr b="1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In charge of the presentation</a:t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00">
              <a:solidFill>
                <a:schemeClr val="dk2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47" name="Google Shape;1547;p59"/>
          <p:cNvSpPr txBox="1"/>
          <p:nvPr/>
        </p:nvSpPr>
        <p:spPr>
          <a:xfrm>
            <a:off x="4583700" y="1641250"/>
            <a:ext cx="2730300" cy="26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Lisa Larive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Sylvie Zhang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Team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Joelly Huin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Team 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Joelly Huin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Lisa Larive, Joelly Huin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Joelly Huin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Lisa Larive</a:t>
            </a:r>
            <a:endParaRPr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Sylvie Zhang</a:t>
            </a:r>
            <a:endParaRPr sz="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548" name="Google Shape;1548;p59"/>
          <p:cNvSpPr txBox="1"/>
          <p:nvPr>
            <p:ph idx="1" type="subTitle"/>
          </p:nvPr>
        </p:nvSpPr>
        <p:spPr>
          <a:xfrm>
            <a:off x="0" y="4251400"/>
            <a:ext cx="9144000" cy="11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2"/>
                </a:solidFill>
              </a:rPr>
              <a:t>Special Thanks</a:t>
            </a:r>
            <a:endParaRPr b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Sébastien (L3), Florent Wassen, Jeremy Molvaut, Nils Barellon, Cecile Braunstein, Julia Sauvage</a:t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60"/>
          <p:cNvSpPr txBox="1"/>
          <p:nvPr>
            <p:ph type="title"/>
          </p:nvPr>
        </p:nvSpPr>
        <p:spPr>
          <a:xfrm>
            <a:off x="713225" y="484425"/>
            <a:ext cx="77175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Bibliographie</a:t>
            </a:r>
            <a:endParaRPr/>
          </a:p>
        </p:txBody>
      </p:sp>
      <p:sp>
        <p:nvSpPr>
          <p:cNvPr id="1554" name="Google Shape;1554;p60"/>
          <p:cNvSpPr txBox="1"/>
          <p:nvPr>
            <p:ph idx="1" type="body"/>
          </p:nvPr>
        </p:nvSpPr>
        <p:spPr>
          <a:xfrm>
            <a:off x="713225" y="1056900"/>
            <a:ext cx="7717500" cy="33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</a:t>
            </a:r>
            <a:r>
              <a:rPr lang="en" sz="1300"/>
              <a:t>our flask : 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Start Setting Up Your Development Environment – Real Python</a:t>
            </a:r>
            <a:r>
              <a:rPr lang="en" sz="1300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300">
              <a:solidFill>
                <a:srgbClr val="BD6D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Make a Web Application Using Flask in Python 3 | DigitalOcean</a:t>
            </a:r>
            <a:endParaRPr>
              <a:solidFill>
                <a:srgbClr val="BD6DFF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Q</a:t>
            </a:r>
            <a:r>
              <a:rPr lang="en" sz="1300"/>
              <a:t>uelques liens YouTube qui nous ont aidé : 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https://youtu.be/X7KAEyRVhEk?si=KfvNXxRMaxjHiBnw</a:t>
            </a:r>
            <a:r>
              <a:rPr lang="en" sz="1300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BD6DFF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Police utilisé :</a:t>
            </a:r>
            <a:endParaRPr sz="13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Retro Gaming | dafont.com</a:t>
            </a:r>
            <a:r>
              <a:rPr lang="en" sz="1300">
                <a:solidFill>
                  <a:srgbClr val="BD6D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rgbClr val="BD6DFF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rcade Effect Newsletter by Slidesgo">
  <a:themeElements>
    <a:clrScheme name="Simple Light">
      <a:dk1>
        <a:srgbClr val="FCFCFC"/>
      </a:dk1>
      <a:lt1>
        <a:srgbClr val="0F0858"/>
      </a:lt1>
      <a:dk2>
        <a:srgbClr val="BD6DFF"/>
      </a:dk2>
      <a:lt2>
        <a:srgbClr val="3730FD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CFC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